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12" autoAdjust="0"/>
    <p:restoredTop sz="94660"/>
  </p:normalViewPr>
  <p:slideViewPr>
    <p:cSldViewPr snapToGrid="0">
      <p:cViewPr varScale="1">
        <p:scale>
          <a:sx n="34" d="100"/>
          <a:sy n="34" d="100"/>
        </p:scale>
        <p:origin x="78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FAIZAN ALI" userId="b17fa30bc3724f48" providerId="LiveId" clId="{A8977909-A408-4F42-B4FA-3DF28317FB38}"/>
    <pc:docChg chg="custSel modSld modMainMaster">
      <pc:chgData name="MDFAIZAN ALI" userId="b17fa30bc3724f48" providerId="LiveId" clId="{A8977909-A408-4F42-B4FA-3DF28317FB38}" dt="2026-09-29T06:41:34.057" v="140" actId="27636"/>
      <pc:docMkLst>
        <pc:docMk/>
      </pc:docMkLst>
      <pc:sldChg chg="modSp mod">
        <pc:chgData name="MDFAIZAN ALI" userId="b17fa30bc3724f48" providerId="LiveId" clId="{A8977909-A408-4F42-B4FA-3DF28317FB38}" dt="2026-09-29T06:41:33.346" v="139"/>
        <pc:sldMkLst>
          <pc:docMk/>
          <pc:sldMk cId="355733154" sldId="256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355733154" sldId="256"/>
            <ac:spMk id="2" creationId="{489AA739-81DE-86A2-2C00-D36DFB480463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355733154" sldId="256"/>
            <ac:spMk id="3" creationId="{4DBFAC73-80C0-5668-1AEC-AE550C9D3224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1403975531" sldId="257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1403975531" sldId="257"/>
            <ac:spMk id="2" creationId="{38C96A43-00F1-C149-8A16-77C36D6880D5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1403975531" sldId="257"/>
            <ac:spMk id="3" creationId="{2FB7578A-9893-3F7A-2984-D7C8AA744A42}"/>
          </ac:spMkLst>
        </pc:spChg>
      </pc:sldChg>
      <pc:sldChg chg="modSp mod">
        <pc:chgData name="MDFAIZAN ALI" userId="b17fa30bc3724f48" providerId="LiveId" clId="{A8977909-A408-4F42-B4FA-3DF28317FB38}" dt="2026-09-29T06:41:33.346" v="139"/>
        <pc:sldMkLst>
          <pc:docMk/>
          <pc:sldMk cId="3904177139" sldId="258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3904177139" sldId="258"/>
            <ac:spMk id="2" creationId="{24AC2CC7-8C44-D617-E44A-28DA8B82098D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3904177139" sldId="258"/>
            <ac:spMk id="3" creationId="{B6B0240E-66E8-0E37-69FB-FBB8D84C86E7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3917868889" sldId="259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3917868889" sldId="259"/>
            <ac:spMk id="2" creationId="{64340FA4-51BA-3B80-6FBD-7CCE4E68372A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3917868889" sldId="259"/>
            <ac:spMk id="3" creationId="{D2DEAE93-1254-DC91-C74A-EC1475076426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551882923" sldId="260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551882923" sldId="260"/>
            <ac:spMk id="2" creationId="{A0D51009-A521-0808-02A8-AF2854FFC1FC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551882923" sldId="260"/>
            <ac:spMk id="3" creationId="{B46E1617-D8AA-9483-F898-9FCAEB0FA45E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2077728261" sldId="261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2077728261" sldId="261"/>
            <ac:spMk id="2" creationId="{AF0BB08A-1A5F-148A-8160-2FFB9DCD4ECB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2077728261" sldId="261"/>
            <ac:spMk id="3" creationId="{1A87471A-0AB1-3ACC-219C-05A71161BA76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1674490906" sldId="262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1674490906" sldId="262"/>
            <ac:spMk id="2" creationId="{C5FEB8C3-910E-6D64-A036-AFE992EC3624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1674490906" sldId="262"/>
            <ac:spMk id="3" creationId="{03DC8624-35F6-55AC-C11D-2C4DB42F674E}"/>
          </ac:spMkLst>
        </pc:spChg>
      </pc:sldChg>
      <pc:sldChg chg="modSp mod">
        <pc:chgData name="MDFAIZAN ALI" userId="b17fa30bc3724f48" providerId="LiveId" clId="{A8977909-A408-4F42-B4FA-3DF28317FB38}" dt="2026-09-29T06:41:33.346" v="139"/>
        <pc:sldMkLst>
          <pc:docMk/>
          <pc:sldMk cId="1628962586" sldId="263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1628962586" sldId="263"/>
            <ac:spMk id="2" creationId="{2828DDC5-22BD-4D57-C81F-D1ADD3F25602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1628962586" sldId="263"/>
            <ac:spMk id="3" creationId="{F077F529-283F-A65F-CC37-2A27E2B436EB}"/>
          </ac:spMkLst>
        </pc:spChg>
      </pc:sldChg>
      <pc:sldChg chg="modSp mod">
        <pc:chgData name="MDFAIZAN ALI" userId="b17fa30bc3724f48" providerId="LiveId" clId="{A8977909-A408-4F42-B4FA-3DF28317FB38}" dt="2026-09-29T06:41:33.346" v="139"/>
        <pc:sldMkLst>
          <pc:docMk/>
          <pc:sldMk cId="4046667689" sldId="264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4046667689" sldId="264"/>
            <ac:spMk id="2" creationId="{9E174E1B-61DD-CDB8-63E5-F669F47B33D0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4046667689" sldId="264"/>
            <ac:spMk id="3" creationId="{727F988F-7EE2-ED51-3642-5723F322569A}"/>
          </ac:spMkLst>
        </pc:spChg>
      </pc:sldChg>
      <pc:sldChg chg="modSp mod">
        <pc:chgData name="MDFAIZAN ALI" userId="b17fa30bc3724f48" providerId="LiveId" clId="{A8977909-A408-4F42-B4FA-3DF28317FB38}" dt="2026-09-29T06:41:33.346" v="139"/>
        <pc:sldMkLst>
          <pc:docMk/>
          <pc:sldMk cId="2998926064" sldId="265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2998926064" sldId="265"/>
            <ac:spMk id="2" creationId="{B4434834-2A48-843F-2CD8-6B728CA8577A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2998926064" sldId="265"/>
            <ac:spMk id="3" creationId="{E3C0B9BE-52A5-19F6-169F-4F8B0682E774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4009193635" sldId="266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4009193635" sldId="266"/>
            <ac:spMk id="2" creationId="{BA108004-0CD2-CF32-251A-F20E3BC5E3E8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4009193635" sldId="266"/>
            <ac:spMk id="3" creationId="{44190166-5F5A-C160-7C89-EC5C563E19EB}"/>
          </ac:spMkLst>
        </pc:spChg>
      </pc:sldChg>
      <pc:sldChg chg="modSp mod">
        <pc:chgData name="MDFAIZAN ALI" userId="b17fa30bc3724f48" providerId="LiveId" clId="{A8977909-A408-4F42-B4FA-3DF28317FB38}" dt="2026-09-29T06:41:33.346" v="139"/>
        <pc:sldMkLst>
          <pc:docMk/>
          <pc:sldMk cId="1045519671" sldId="267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1045519671" sldId="267"/>
            <ac:spMk id="2" creationId="{E46AE942-F5C4-CD11-CEE6-4D4A69CC4501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1045519671" sldId="267"/>
            <ac:spMk id="3" creationId="{C69A7803-044F-F8D8-F8BF-F3333EC6F36D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1835251021" sldId="268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1835251021" sldId="268"/>
            <ac:spMk id="2" creationId="{7D95F30D-0DCE-231E-2935-0666D4DCC745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1835251021" sldId="268"/>
            <ac:spMk id="3" creationId="{B7D5C1C6-811C-4302-AC98-DDCBB540539E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622183680" sldId="269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622183680" sldId="269"/>
            <ac:spMk id="2" creationId="{72AD54FE-FFC9-ED08-9B78-CEDB91976E37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622183680" sldId="269"/>
            <ac:spMk id="3" creationId="{0FA265A3-6E24-B125-9E8D-45021EA44F91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1996473899" sldId="270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1996473899" sldId="270"/>
            <ac:spMk id="2" creationId="{A79C7C75-C490-1B24-1928-5F24AC3BF3F5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1996473899" sldId="270"/>
            <ac:spMk id="3" creationId="{9A72C596-44A1-849E-9B3F-E606588860C2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1886981866" sldId="271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1886981866" sldId="271"/>
            <ac:spMk id="2" creationId="{E6CC98AE-12D1-3498-E342-709D87D6EBEA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1886981866" sldId="271"/>
            <ac:spMk id="3" creationId="{0860973E-E507-BD71-EF59-258030CD3097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828925626" sldId="272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828925626" sldId="272"/>
            <ac:spMk id="2" creationId="{8828673D-092C-2453-3C16-C79813F59D66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828925626" sldId="272"/>
            <ac:spMk id="3" creationId="{52359EB4-8F3E-71E7-B4EF-3D05ACC5EA41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665320571" sldId="273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665320571" sldId="273"/>
            <ac:spMk id="2" creationId="{E3BE7513-1A15-65AB-B79B-446902C6DFCC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665320571" sldId="273"/>
            <ac:spMk id="3" creationId="{EF493497-BF26-45DD-DC94-B7AF25012D28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3166417060" sldId="274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3166417060" sldId="274"/>
            <ac:spMk id="2" creationId="{87AE1740-4FA4-04E2-6BBC-EAA122634E9D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3166417060" sldId="274"/>
            <ac:spMk id="3" creationId="{CC5CD61C-7FA1-97AA-77DC-5A1B2E30AB88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3858580801" sldId="275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3858580801" sldId="275"/>
            <ac:spMk id="2" creationId="{E02A5877-A6D6-C43D-C028-E2C1527A5B7F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3858580801" sldId="275"/>
            <ac:spMk id="3" creationId="{C08430A1-42EE-ADD0-68F7-EBCFFA93A711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2214025076" sldId="276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2214025076" sldId="276"/>
            <ac:spMk id="2" creationId="{3211A5C5-5187-8898-B071-89B3B0C6DBD3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2214025076" sldId="276"/>
            <ac:spMk id="3" creationId="{16FA89BA-257C-A898-494F-1E8C8B529FC5}"/>
          </ac:spMkLst>
        </pc:spChg>
      </pc:sldChg>
      <pc:sldChg chg="modSp mod">
        <pc:chgData name="MDFAIZAN ALI" userId="b17fa30bc3724f48" providerId="LiveId" clId="{A8977909-A408-4F42-B4FA-3DF28317FB38}" dt="2026-09-29T06:41:33.346" v="139"/>
        <pc:sldMkLst>
          <pc:docMk/>
          <pc:sldMk cId="3583548199" sldId="277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3583548199" sldId="277"/>
            <ac:spMk id="2" creationId="{7C907E73-309A-E7E7-44BE-75F80122C8E3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3583548199" sldId="277"/>
            <ac:spMk id="3" creationId="{51CA1DF5-EFB8-D3C7-6959-2CF4DBE85DC8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149500993" sldId="278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149500993" sldId="278"/>
            <ac:spMk id="2" creationId="{DEDB5848-877F-E830-F3D7-B190C5B67011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149500993" sldId="278"/>
            <ac:spMk id="3" creationId="{58EA8A96-E1D6-381E-8011-F401DF54A9BF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3871059935" sldId="279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3871059935" sldId="279"/>
            <ac:spMk id="2" creationId="{78F591D9-5D5F-905E-7C78-EFAB80BAFC59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3871059935" sldId="279"/>
            <ac:spMk id="3" creationId="{18B3AA97-482B-3AB8-8DFE-62B052FAEB7C}"/>
          </ac:spMkLst>
        </pc:spChg>
      </pc:sldChg>
      <pc:sldChg chg="modSp mod">
        <pc:chgData name="MDFAIZAN ALI" userId="b17fa30bc3724f48" providerId="LiveId" clId="{A8977909-A408-4F42-B4FA-3DF28317FB38}" dt="2026-09-29T06:41:34.057" v="140" actId="27636"/>
        <pc:sldMkLst>
          <pc:docMk/>
          <pc:sldMk cId="111819430" sldId="280"/>
        </pc:sldMkLst>
        <pc:spChg chg="mod">
          <ac:chgData name="MDFAIZAN ALI" userId="b17fa30bc3724f48" providerId="LiveId" clId="{A8977909-A408-4F42-B4FA-3DF28317FB38}" dt="2026-09-29T06:41:34.057" v="140" actId="27636"/>
          <ac:spMkLst>
            <pc:docMk/>
            <pc:sldMk cId="111819430" sldId="280"/>
            <ac:spMk id="2" creationId="{BC0DB170-34E6-5344-254C-E4606BFDC388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111819430" sldId="280"/>
            <ac:spMk id="3" creationId="{5B4453CF-051E-A6BC-DDB2-AE5DF458935D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3202581841" sldId="281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3202581841" sldId="281"/>
            <ac:spMk id="2" creationId="{FE0271BA-80DA-2FC7-B470-31E1E6B7A61A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3202581841" sldId="281"/>
            <ac:spMk id="3" creationId="{8EF8CB7F-DBCA-0148-D821-A15FC5AF5C71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2319663425" sldId="282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2319663425" sldId="282"/>
            <ac:spMk id="2" creationId="{9F82994B-A752-70E9-CEE9-8AF58EAE0C04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2319663425" sldId="282"/>
            <ac:spMk id="3" creationId="{871FFE0A-67A9-9150-8560-859823B55D37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2073399322" sldId="283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2073399322" sldId="283"/>
            <ac:spMk id="2" creationId="{86297ED8-3814-8503-8294-3C5F0616C665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2073399322" sldId="283"/>
            <ac:spMk id="3" creationId="{90302D10-C08C-276E-A733-48E963CCA140}"/>
          </ac:spMkLst>
        </pc:spChg>
      </pc:sldChg>
      <pc:sldChg chg="modSp mod">
        <pc:chgData name="MDFAIZAN ALI" userId="b17fa30bc3724f48" providerId="LiveId" clId="{A8977909-A408-4F42-B4FA-3DF28317FB38}" dt="2026-09-29T06:41:33.346" v="139"/>
        <pc:sldMkLst>
          <pc:docMk/>
          <pc:sldMk cId="4264028685" sldId="284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4264028685" sldId="284"/>
            <ac:spMk id="2" creationId="{247788FD-57C2-1C02-F7D6-15264E987D80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4264028685" sldId="284"/>
            <ac:spMk id="3" creationId="{9274F0AA-4E12-A658-E9CB-5414EB51F724}"/>
          </ac:spMkLst>
        </pc:spChg>
      </pc:sldChg>
      <pc:sldChg chg="modSp mod">
        <pc:chgData name="MDFAIZAN ALI" userId="b17fa30bc3724f48" providerId="LiveId" clId="{A8977909-A408-4F42-B4FA-3DF28317FB38}" dt="2026-09-29T06:41:33.346" v="139"/>
        <pc:sldMkLst>
          <pc:docMk/>
          <pc:sldMk cId="2333662146" sldId="285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2333662146" sldId="285"/>
            <ac:spMk id="2" creationId="{045251A9-9512-81DE-6BBD-EDA1A0CCDC59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2333662146" sldId="285"/>
            <ac:spMk id="3" creationId="{9CCB4596-0FA2-2A60-541D-D9612B764680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1765315850" sldId="286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1765315850" sldId="286"/>
            <ac:spMk id="2" creationId="{F750A7DD-24A2-1C07-2B0C-948384AF55EA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1765315850" sldId="286"/>
            <ac:spMk id="3" creationId="{B22D964D-36C4-C631-0B02-615A2D148394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2262827407" sldId="287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2262827407" sldId="287"/>
            <ac:spMk id="2" creationId="{96E9D416-4A0E-2193-CBC3-1DB4B4574958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2262827407" sldId="287"/>
            <ac:spMk id="3" creationId="{0EEC391B-1D7A-1F93-3E4A-40875F76161D}"/>
          </ac:spMkLst>
        </pc:spChg>
      </pc:sldChg>
      <pc:sldChg chg="modSp mod">
        <pc:chgData name="MDFAIZAN ALI" userId="b17fa30bc3724f48" providerId="LiveId" clId="{A8977909-A408-4F42-B4FA-3DF28317FB38}" dt="2026-09-29T06:41:33.346" v="139"/>
        <pc:sldMkLst>
          <pc:docMk/>
          <pc:sldMk cId="1596786026" sldId="288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1596786026" sldId="288"/>
            <ac:spMk id="2" creationId="{E7EEE738-4AAC-55FB-0267-61244C5AD7C6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1596786026" sldId="288"/>
            <ac:spMk id="3" creationId="{E014E5CF-A6B5-E11E-A27B-3DAB82DCCABF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4202209347" sldId="289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4202209347" sldId="289"/>
            <ac:spMk id="2" creationId="{F3DCE1A1-A5F4-4E4E-0B11-13A792FB7C8F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4202209347" sldId="289"/>
            <ac:spMk id="3" creationId="{49B3FF2B-B220-87DA-F90E-5A56C12952B0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3193536589" sldId="290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3193536589" sldId="290"/>
            <ac:spMk id="2" creationId="{50A5ECDA-4C9F-A88A-3CAD-E8BEAB0AD0D4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3193536589" sldId="290"/>
            <ac:spMk id="3" creationId="{71A959A9-5F59-AA23-0F75-0039A074FF49}"/>
          </ac:spMkLst>
        </pc:spChg>
      </pc:sldChg>
      <pc:sldChg chg="modSp mod">
        <pc:chgData name="MDFAIZAN ALI" userId="b17fa30bc3724f48" providerId="LiveId" clId="{A8977909-A408-4F42-B4FA-3DF28317FB38}" dt="2026-09-29T06:41:33.346" v="139"/>
        <pc:sldMkLst>
          <pc:docMk/>
          <pc:sldMk cId="532813139" sldId="291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532813139" sldId="291"/>
            <ac:spMk id="2" creationId="{16772A4B-9B38-A601-3508-602675B2D7E2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532813139" sldId="291"/>
            <ac:spMk id="3" creationId="{2A24EEF8-0D07-3538-1CBB-31D33E595E31}"/>
          </ac:spMkLst>
        </pc:spChg>
      </pc:sldChg>
      <pc:sldChg chg="modSp mod">
        <pc:chgData name="MDFAIZAN ALI" userId="b17fa30bc3724f48" providerId="LiveId" clId="{A8977909-A408-4F42-B4FA-3DF28317FB38}" dt="2026-09-29T06:41:33.346" v="139"/>
        <pc:sldMkLst>
          <pc:docMk/>
          <pc:sldMk cId="940740357" sldId="292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940740357" sldId="292"/>
            <ac:spMk id="2" creationId="{1485A7DA-8370-D603-7A97-40979FBF25CB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940740357" sldId="292"/>
            <ac:spMk id="3" creationId="{888F95E6-5312-D361-886C-2C507BC14ED1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3602674478" sldId="293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3602674478" sldId="293"/>
            <ac:spMk id="2" creationId="{536104C9-826B-ED7E-D3DC-339228C9C13B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3602674478" sldId="293"/>
            <ac:spMk id="3" creationId="{3DA9132D-169C-B49D-C013-F6A6A2D99042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1645612418" sldId="294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1645612418" sldId="294"/>
            <ac:spMk id="2" creationId="{3338F2C1-23E8-5B4B-ECF2-2F15F5EC319A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1645612418" sldId="294"/>
            <ac:spMk id="3" creationId="{279362EF-8AC7-92D6-FACB-F1A86D1A3191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1815190573" sldId="295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1815190573" sldId="295"/>
            <ac:spMk id="2" creationId="{3C99898E-CEB4-6948-1B60-2F69CAA6ECD8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1815190573" sldId="295"/>
            <ac:spMk id="3" creationId="{043FEB4A-ECE5-4110-3BAF-7467E422C456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3084829855" sldId="296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3084829855" sldId="296"/>
            <ac:spMk id="2" creationId="{AF7551FF-95D1-42A6-0171-54D3801D5E14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3084829855" sldId="296"/>
            <ac:spMk id="3" creationId="{A083BE91-082B-DBC1-FBA8-FBC2B710927D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2663480819" sldId="297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2663480819" sldId="297"/>
            <ac:spMk id="2" creationId="{34CA3132-2F54-A81F-2CA3-FB73910FA8DB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2663480819" sldId="297"/>
            <ac:spMk id="3" creationId="{8B479E85-6983-E6A3-3D7B-709E441FB299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3937928061" sldId="298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3937928061" sldId="298"/>
            <ac:spMk id="2" creationId="{C57E0FAB-D19F-0F60-A385-83A0EF62D819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3937928061" sldId="298"/>
            <ac:spMk id="3" creationId="{2E43656A-4625-E99E-F512-0105452E5FF7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3037506215" sldId="299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3037506215" sldId="299"/>
            <ac:spMk id="2" creationId="{CEA1CB82-DBE9-EC15-0EC1-BED4E274C8B2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3037506215" sldId="299"/>
            <ac:spMk id="3" creationId="{72CA272D-8CF6-451D-9ED8-CE700D4D59BC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4162143268" sldId="300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4162143268" sldId="300"/>
            <ac:spMk id="2" creationId="{685D0819-B0DC-8E0A-DEDA-B8CCD9F7DFFB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4162143268" sldId="300"/>
            <ac:spMk id="3" creationId="{A04994FD-A78A-A5EC-5B67-4317A07ECE46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110357886" sldId="301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110357886" sldId="301"/>
            <ac:spMk id="2" creationId="{4F43D47D-A8AE-E523-9F90-D7394CF5AAFA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110357886" sldId="301"/>
            <ac:spMk id="3" creationId="{6532C646-F337-27F7-B769-6721766B3FDC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2533238714" sldId="302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2533238714" sldId="302"/>
            <ac:spMk id="2" creationId="{9B5831F9-7332-2C37-4AFA-A05EEA9236BB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2533238714" sldId="302"/>
            <ac:spMk id="3" creationId="{769B3B62-8E37-E1A5-6DF1-C638897F1C5B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2433866295" sldId="303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2433866295" sldId="303"/>
            <ac:spMk id="2" creationId="{5EAEE798-AEFA-31CB-B14D-E46C97757810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2433866295" sldId="303"/>
            <ac:spMk id="3" creationId="{CBFCBD50-0D90-BC8C-410E-644544260106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3666768592" sldId="304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3666768592" sldId="304"/>
            <ac:spMk id="2" creationId="{1503955E-4F00-4E42-3AAD-DEE3D90ECC15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3666768592" sldId="304"/>
            <ac:spMk id="3" creationId="{A5A9EBBD-B44F-1FC4-12D5-B2BA0C64F5F8}"/>
          </ac:spMkLst>
        </pc:spChg>
      </pc:sldChg>
      <pc:sldChg chg="modSp mod">
        <pc:chgData name="MDFAIZAN ALI" userId="b17fa30bc3724f48" providerId="LiveId" clId="{A8977909-A408-4F42-B4FA-3DF28317FB38}" dt="2026-09-29T06:41:33.346" v="139"/>
        <pc:sldMkLst>
          <pc:docMk/>
          <pc:sldMk cId="1505532171" sldId="305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1505532171" sldId="305"/>
            <ac:spMk id="2" creationId="{16324EE1-7408-5394-BD05-5E34225859BC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1505532171" sldId="305"/>
            <ac:spMk id="3" creationId="{1432C7B3-E6ED-CBDA-6F1D-5A8769643F83}"/>
          </ac:spMkLst>
        </pc:spChg>
      </pc:sldChg>
      <pc:sldChg chg="modSp">
        <pc:chgData name="MDFAIZAN ALI" userId="b17fa30bc3724f48" providerId="LiveId" clId="{A8977909-A408-4F42-B4FA-3DF28317FB38}" dt="2026-09-29T06:41:33.346" v="139"/>
        <pc:sldMkLst>
          <pc:docMk/>
          <pc:sldMk cId="922389480" sldId="306"/>
        </pc:sldMkLst>
        <pc:spChg chg="mod">
          <ac:chgData name="MDFAIZAN ALI" userId="b17fa30bc3724f48" providerId="LiveId" clId="{A8977909-A408-4F42-B4FA-3DF28317FB38}" dt="2026-09-29T06:41:33.346" v="139"/>
          <ac:spMkLst>
            <pc:docMk/>
            <pc:sldMk cId="922389480" sldId="306"/>
            <ac:spMk id="2" creationId="{17B24E5D-24B0-BBE6-983D-3FD9595711CD}"/>
          </ac:spMkLst>
        </pc:spChg>
        <pc:spChg chg="mod">
          <ac:chgData name="MDFAIZAN ALI" userId="b17fa30bc3724f48" providerId="LiveId" clId="{A8977909-A408-4F42-B4FA-3DF28317FB38}" dt="2026-09-29T06:41:33.346" v="139"/>
          <ac:spMkLst>
            <pc:docMk/>
            <pc:sldMk cId="922389480" sldId="306"/>
            <ac:spMk id="3" creationId="{B7877982-5B5B-E81E-CB47-17F1F46FDC20}"/>
          </ac:spMkLst>
        </pc:spChg>
      </pc:sldChg>
      <pc:sldMasterChg chg="setBg modSldLayout">
        <pc:chgData name="MDFAIZAN ALI" userId="b17fa30bc3724f48" providerId="LiveId" clId="{A8977909-A408-4F42-B4FA-3DF28317FB38}" dt="2026-09-29T06:41:15.191" v="124"/>
        <pc:sldMasterMkLst>
          <pc:docMk/>
          <pc:sldMasterMk cId="3881158407" sldId="2147483936"/>
        </pc:sldMasterMkLst>
        <pc:sldLayoutChg chg="setBg">
          <pc:chgData name="MDFAIZAN ALI" userId="b17fa30bc3724f48" providerId="LiveId" clId="{A8977909-A408-4F42-B4FA-3DF28317FB38}" dt="2026-09-29T06:41:15.191" v="124"/>
          <pc:sldLayoutMkLst>
            <pc:docMk/>
            <pc:sldMasterMk cId="3881158407" sldId="2147483936"/>
            <pc:sldLayoutMk cId="1634103710" sldId="2147483937"/>
          </pc:sldLayoutMkLst>
        </pc:sldLayoutChg>
        <pc:sldLayoutChg chg="setBg">
          <pc:chgData name="MDFAIZAN ALI" userId="b17fa30bc3724f48" providerId="LiveId" clId="{A8977909-A408-4F42-B4FA-3DF28317FB38}" dt="2026-09-29T06:41:15.191" v="124"/>
          <pc:sldLayoutMkLst>
            <pc:docMk/>
            <pc:sldMasterMk cId="3881158407" sldId="2147483936"/>
            <pc:sldLayoutMk cId="534468545" sldId="2147483939"/>
          </pc:sldLayoutMkLst>
        </pc:sldLayoutChg>
        <pc:sldLayoutChg chg="setBg">
          <pc:chgData name="MDFAIZAN ALI" userId="b17fa30bc3724f48" providerId="LiveId" clId="{A8977909-A408-4F42-B4FA-3DF28317FB38}" dt="2026-09-29T06:41:15.191" v="124"/>
          <pc:sldLayoutMkLst>
            <pc:docMk/>
            <pc:sldMasterMk cId="3881158407" sldId="2147483936"/>
            <pc:sldLayoutMk cId="3937361669" sldId="2147483940"/>
          </pc:sldLayoutMkLst>
        </pc:sldLayoutChg>
        <pc:sldLayoutChg chg="setBg">
          <pc:chgData name="MDFAIZAN ALI" userId="b17fa30bc3724f48" providerId="LiveId" clId="{A8977909-A408-4F42-B4FA-3DF28317FB38}" dt="2026-09-29T06:41:15.191" v="124"/>
          <pc:sldLayoutMkLst>
            <pc:docMk/>
            <pc:sldMasterMk cId="3881158407" sldId="2147483936"/>
            <pc:sldLayoutMk cId="1300325263" sldId="2147483941"/>
          </pc:sldLayoutMkLst>
        </pc:sldLayoutChg>
        <pc:sldLayoutChg chg="setBg">
          <pc:chgData name="MDFAIZAN ALI" userId="b17fa30bc3724f48" providerId="LiveId" clId="{A8977909-A408-4F42-B4FA-3DF28317FB38}" dt="2026-09-29T06:41:15.191" v="124"/>
          <pc:sldLayoutMkLst>
            <pc:docMk/>
            <pc:sldMasterMk cId="3881158407" sldId="2147483936"/>
            <pc:sldLayoutMk cId="2970624366" sldId="2147483942"/>
          </pc:sldLayoutMkLst>
        </pc:sldLayoutChg>
        <pc:sldLayoutChg chg="setBg">
          <pc:chgData name="MDFAIZAN ALI" userId="b17fa30bc3724f48" providerId="LiveId" clId="{A8977909-A408-4F42-B4FA-3DF28317FB38}" dt="2026-09-29T06:41:15.191" v="124"/>
          <pc:sldLayoutMkLst>
            <pc:docMk/>
            <pc:sldMasterMk cId="3881158407" sldId="2147483936"/>
            <pc:sldLayoutMk cId="2333482746" sldId="2147483943"/>
          </pc:sldLayoutMkLst>
        </pc:sldLayoutChg>
        <pc:sldLayoutChg chg="setBg">
          <pc:chgData name="MDFAIZAN ALI" userId="b17fa30bc3724f48" providerId="LiveId" clId="{A8977909-A408-4F42-B4FA-3DF28317FB38}" dt="2026-09-29T06:41:15.191" v="124"/>
          <pc:sldLayoutMkLst>
            <pc:docMk/>
            <pc:sldMasterMk cId="3881158407" sldId="2147483936"/>
            <pc:sldLayoutMk cId="1884199918" sldId="2147483955"/>
          </pc:sldLayoutMkLst>
        </pc:sldLayoutChg>
        <pc:sldLayoutChg chg="setBg">
          <pc:chgData name="MDFAIZAN ALI" userId="b17fa30bc3724f48" providerId="LiveId" clId="{A8977909-A408-4F42-B4FA-3DF28317FB38}" dt="2026-09-29T06:41:15.191" v="124"/>
          <pc:sldLayoutMkLst>
            <pc:docMk/>
            <pc:sldMasterMk cId="3881158407" sldId="2147483936"/>
            <pc:sldLayoutMk cId="2549601945" sldId="2147483956"/>
          </pc:sldLayoutMkLst>
        </pc:sldLayoutChg>
        <pc:sldLayoutChg chg="setBg">
          <pc:chgData name="MDFAIZAN ALI" userId="b17fa30bc3724f48" providerId="LiveId" clId="{A8977909-A408-4F42-B4FA-3DF28317FB38}" dt="2026-09-29T06:41:15.191" v="124"/>
          <pc:sldLayoutMkLst>
            <pc:docMk/>
            <pc:sldMasterMk cId="3881158407" sldId="2147483936"/>
            <pc:sldLayoutMk cId="2013897900" sldId="2147483957"/>
          </pc:sldLayoutMkLst>
        </pc:sldLayoutChg>
        <pc:sldLayoutChg chg="setBg">
          <pc:chgData name="MDFAIZAN ALI" userId="b17fa30bc3724f48" providerId="LiveId" clId="{A8977909-A408-4F42-B4FA-3DF28317FB38}" dt="2026-09-29T06:41:15.191" v="124"/>
          <pc:sldLayoutMkLst>
            <pc:docMk/>
            <pc:sldMasterMk cId="3881158407" sldId="2147483936"/>
            <pc:sldLayoutMk cId="1277149285" sldId="2147483962"/>
          </pc:sldLayoutMkLst>
        </pc:sldLayoutChg>
        <pc:sldLayoutChg chg="setBg">
          <pc:chgData name="MDFAIZAN ALI" userId="b17fa30bc3724f48" providerId="LiveId" clId="{A8977909-A408-4F42-B4FA-3DF28317FB38}" dt="2026-09-29T06:41:15.191" v="124"/>
          <pc:sldLayoutMkLst>
            <pc:docMk/>
            <pc:sldMasterMk cId="3881158407" sldId="2147483936"/>
            <pc:sldLayoutMk cId="45069571" sldId="214748396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B05C-E1CE-4A9B-B2F3-D29B8049E5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05A-1A79-4B5D-8A44-7CEBFA94B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876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B05C-E1CE-4A9B-B2F3-D29B8049E5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05A-1A79-4B5D-8A44-7CEBFA94B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132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B05C-E1CE-4A9B-B2F3-D29B8049E5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05A-1A79-4B5D-8A44-7CEBFA94B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244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B05C-E1CE-4A9B-B2F3-D29B8049E5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05A-1A79-4B5D-8A44-7CEBFA94B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957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B05C-E1CE-4A9B-B2F3-D29B8049E5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05A-1A79-4B5D-8A44-7CEBFA94B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367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B05C-E1CE-4A9B-B2F3-D29B8049E5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05A-1A79-4B5D-8A44-7CEBFA94B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200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B05C-E1CE-4A9B-B2F3-D29B8049E5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05A-1A79-4B5D-8A44-7CEBFA94B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002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B05C-E1CE-4A9B-B2F3-D29B8049E5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05A-1A79-4B5D-8A44-7CEBFA94B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09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B05C-E1CE-4A9B-B2F3-D29B8049E5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05A-1A79-4B5D-8A44-7CEBFA94B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191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B05C-E1CE-4A9B-B2F3-D29B8049E5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05A-1A79-4B5D-8A44-7CEBFA94B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294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B05C-E1CE-4A9B-B2F3-D29B8049E5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05A-1A79-4B5D-8A44-7CEBFA94B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247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B05C-E1CE-4A9B-B2F3-D29B8049E5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05A-1A79-4B5D-8A44-7CEBFA94B44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5053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B05C-E1CE-4A9B-B2F3-D29B8049E5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05A-1A79-4B5D-8A44-7CEBFA94B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092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B05C-E1CE-4A9B-B2F3-D29B8049E5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05A-1A79-4B5D-8A44-7CEBFA94B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809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B05C-E1CE-4A9B-B2F3-D29B8049E5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05A-1A79-4B5D-8A44-7CEBFA94B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5050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B05C-E1CE-4A9B-B2F3-D29B8049E5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05A-1A79-4B5D-8A44-7CEBFA94B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6062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B05C-E1CE-4A9B-B2F3-D29B8049E5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05A-1A79-4B5D-8A44-7CEBFA94B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660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E41B05C-E1CE-4A9B-B2F3-D29B8049E5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A705A-1A79-4B5D-8A44-7CEBFA94B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8222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3979" r:id="rId3"/>
    <p:sldLayoutId id="2147483980" r:id="rId4"/>
    <p:sldLayoutId id="2147483981" r:id="rId5"/>
    <p:sldLayoutId id="2147483982" r:id="rId6"/>
    <p:sldLayoutId id="2147483983" r:id="rId7"/>
    <p:sldLayoutId id="2147483984" r:id="rId8"/>
    <p:sldLayoutId id="2147483985" r:id="rId9"/>
    <p:sldLayoutId id="2147483986" r:id="rId10"/>
    <p:sldLayoutId id="2147483987" r:id="rId11"/>
    <p:sldLayoutId id="2147483988" r:id="rId12"/>
    <p:sldLayoutId id="2147483989" r:id="rId13"/>
    <p:sldLayoutId id="2147483990" r:id="rId14"/>
    <p:sldLayoutId id="2147483991" r:id="rId15"/>
    <p:sldLayoutId id="2147483992" r:id="rId16"/>
    <p:sldLayoutId id="214748399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AA739-81DE-86A2-2C00-D36DFB4804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50 Most </a:t>
            </a:r>
            <a:r>
              <a:rPr lang="en-IN" dirty="0" err="1"/>
              <a:t>Comman</a:t>
            </a:r>
            <a:r>
              <a:rPr lang="en-IN" dirty="0"/>
              <a:t> Python Interview </a:t>
            </a:r>
            <a:r>
              <a:rPr lang="en-IN" dirty="0" err="1"/>
              <a:t>Qusetion</a:t>
            </a:r>
            <a:r>
              <a:rPr lang="en-IN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BFAC73-80C0-5668-1AEC-AE550C9D32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Basic Python interview </a:t>
            </a:r>
            <a:r>
              <a:rPr lang="en-IN" dirty="0" err="1"/>
              <a:t>Quesions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733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96A43-00F1-C149-8A16-77C36D688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1. What is Python? What are its main features?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7578A-9893-3F7A-2984-D7C8AA744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Python is a high-level, interpreted, general-purpose programming language. Main features include easy-to-read syntax, dynamic typing, object-oriented programming, a large standard library, cross-platform support, and support for multiple programming paradigms.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3975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C2CC7-8C44-D617-E44A-28DA8B820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2. What are the advantages of using Python?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0240E-66E8-0E37-69FB-FBB8D84C8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Python has simple syntax, supports rapid development, has a large community and ecosystem, offers many libraries and frameworks, is portable across operating systems, and is widely used for web development, data analysis, AI, automation, and scripting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4177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40FA4-51BA-3B80-6FBD-7CCE4E683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3. What is the difference between Python 2 and Python 3?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EAE93-1254-DC91-C74A-EC1475076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Python 3 is the modern version and is actively supported. Python 2 reached its official end of life in 2020. Python 3 also has language and library improvements, including Unicode strings by default and modern print syntax such as print("Hello").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7868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51009-A521-0808-02A8-AF2854FFC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What are variables in Python?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E1617-D8AA-9483-F898-9FCAEB0FA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A variable is a name that refers to a value or object. For example: name = "Ali" and age = 22. Python determines the type automatically.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1882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BB08A-1A5F-148A-8160-2FFB9DCD4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5. What are the different data types in Python?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7471A-0AB1-3ACC-219C-05A71161B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r>
              <a:rPr lang="en-US" b="1" dirty="0"/>
              <a:t>Answer: </a:t>
            </a:r>
            <a:r>
              <a:rPr lang="en-US" dirty="0"/>
              <a:t>Common Python data types include int, float, str, bool, list, tuple, set, </a:t>
            </a:r>
            <a:r>
              <a:rPr lang="en-US" dirty="0" err="1"/>
              <a:t>dict</a:t>
            </a:r>
            <a:r>
              <a:rPr lang="en-US" dirty="0"/>
              <a:t>, and </a:t>
            </a:r>
            <a:r>
              <a:rPr lang="en-US" dirty="0" err="1"/>
              <a:t>NoneType</a:t>
            </a:r>
            <a:r>
              <a:rPr lang="en-US" dirty="0"/>
              <a:t>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7728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EB8C3-910E-6D64-A036-AFE992EC3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6. What is the difference between a list, tuple, set, and dictionary?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C8624-35F6-55AC-C11D-2C4DB42F6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List: ordered and mutable collection. Tuple: ordered and immutable collection. Set: collection of unique values with no guaranteed order. Dictionary: mutable key-value collection that preserves insertion order in modern Python.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4490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8DDC5-22BD-4D57-C81F-D1ADD3F25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7. What is mutable and immutable in Python?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7F529-283F-A65F-CC37-2A27E2B43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Answer: </a:t>
            </a:r>
            <a:r>
              <a:rPr lang="en-US" dirty="0"/>
              <a:t>Mutable objects can be changed after creation, such as lists, dictionaries, and sets. Immutable objects cannot be changed after creation, such as integers, floats, strings, and tuples.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8962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74E1B-61DD-CDB8-63E5-F669F47B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8. What is type casting? Give examples.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F988F-7EE2-ED51-3642-5723F3225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Type casting means converting one data type into another. Examples: int("10") converts a string to an integer, and str(10) converts an integer to a string.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6667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34834-2A48-843F-2CD8-6B728CA85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9. What is the difference between == and is?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0B9BE-52A5-19F6-169F-4F8B0682E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== checks whether two values are equal. is checks whether two references point to the same object.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926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08004-0CD2-CF32-251A-F20E3BC5E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10. What is indentation in Python?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90166-5F5A-C160-7C89-EC5C563E1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Indentation defines blocks of code in Python. Python uses indentation instead of braces to indicate code blocks. Example: if age &gt;= 18: followed by an indented print statement.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9193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AE942-F5C4-CD11-CEE6-4D4A69CC4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11. What are comments and docstrings?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A7803-044F-F8D8-F8BF-F3333EC6F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Comments explain code and are ignored by Python, for example # This is a comment. Docstrings document functions, classes, or modules and are usually written as string literals inside them.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5519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5F30D-0DCE-231E-2935-0666D4DCC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12. What is the difference between local and global variables?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5C1C6-811C-4302-AC98-DDCBB5405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A local variable is normally defined inside a function and is available within that function. A global variable is defined outside functions and can be accessed throughout the module.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5251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54FE-FFC9-ED08-9B78-CEDB91976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13. What are Python keywords?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265A3-6E24-B125-9E8D-45021EA44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Keywords are reserved words with special meanings in Python, such as if, else, for, while, def, class, return, try, import, and True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2183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C7C75-C490-1B24-1928-5F24AC3BF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14. What is None in Python?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2C596-44A1-849E-9B3F-E60658886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None represents the absence of a value or a null-like value. For example: result = None.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6473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C98AE-12D1-3498-E342-709D87D6E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15. What is the difference between append(), extend(), and insert()?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0973E-E507-BD71-EF59-258030CD3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append() adds one item to the end of a list. extend() adds items from another </a:t>
            </a:r>
            <a:r>
              <a:rPr lang="en-US" dirty="0" err="1"/>
              <a:t>iterable</a:t>
            </a:r>
            <a:r>
              <a:rPr lang="en-US" dirty="0"/>
              <a:t>. insert() adds one item at a specified position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6981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8673D-092C-2453-3C16-C79813F59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16. What are functions in Python?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59EB4-8F3E-71E7-B4EF-3D05ACC5E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A function is a reusable block of code that performs a specific task. Example: def add(a, b): return a + b.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8925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E7513-1A15-65AB-B79B-446902C6D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17. What is the difference between parameters and arguments?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93497-BF26-45DD-DC94-B7AF25012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A parameter is a variable in a function definition. An argument is the actual value passed when the function is called.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5320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E1740-4FA4-04E2-6BBC-EAA122634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18. What are *</a:t>
            </a:r>
            <a:r>
              <a:rPr lang="en-US" b="1" dirty="0" err="1"/>
              <a:t>args</a:t>
            </a:r>
            <a:r>
              <a:rPr lang="en-US" b="1" dirty="0"/>
              <a:t> and **</a:t>
            </a:r>
            <a:r>
              <a:rPr lang="en-US" b="1" dirty="0" err="1"/>
              <a:t>kwargs</a:t>
            </a:r>
            <a:r>
              <a:rPr lang="en-US" b="1" dirty="0"/>
              <a:t>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CD61C-7FA1-97AA-77DC-5A1B2E30A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*</a:t>
            </a:r>
            <a:r>
              <a:rPr lang="en-US" dirty="0" err="1"/>
              <a:t>args</a:t>
            </a:r>
            <a:r>
              <a:rPr lang="en-US" dirty="0"/>
              <a:t> allows a function to receive multiple positional arguments. **</a:t>
            </a:r>
            <a:r>
              <a:rPr lang="en-US" dirty="0" err="1"/>
              <a:t>kwargs</a:t>
            </a:r>
            <a:r>
              <a:rPr lang="en-US" dirty="0"/>
              <a:t> allows it to receive multiple keyword arguments.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6417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A5877-A6D6-C43D-C028-E2C1527A5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19. What is a lambda function?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430A1-42EE-ADD0-68F7-EBCFFA93A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A lambda is a small anonymous function, usually used for simple operations. Example: square = lambda x: x * x.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8580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1A5C5-5187-8898-B071-89B3B0C6D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20. What is a list comprehension?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A89BA-257C-A898-494F-1E8C8B529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List comprehension is a concise way to create a list. Example: squares = [x * x for x in range(5)].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40250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07E73-309A-E7E7-44BE-75F80122C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21. What is dictionary comprehension?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A1DF5-EFB8-D3C7-6959-2CF4DBE85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Dictionary comprehension is a concise way to create dictionaries. Example: squares = {x: x*x for x in range(5)}.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3548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B5848-877F-E830-F3D7-B190C5B67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22. What is the difference between sort() and sorted()?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A8A96-E1D6-381E-8011-F401DF54A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sort() changes the original list in place. sorted() returns a new sorted list and can work with many </a:t>
            </a:r>
            <a:r>
              <a:rPr lang="en-US" dirty="0" err="1"/>
              <a:t>iterable</a:t>
            </a:r>
            <a:r>
              <a:rPr lang="en-US" dirty="0"/>
              <a:t> objects.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5009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591D9-5D5F-905E-7C78-EFAB80BAF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23. What is slicing in Python?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3AA97-482B-3AB8-8DFE-62B052FAE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Slicing extracts part of a sequence. The general syntax is sequence[</a:t>
            </a:r>
            <a:r>
              <a:rPr lang="en-US" dirty="0" err="1"/>
              <a:t>start:stop:step</a:t>
            </a:r>
            <a:r>
              <a:rPr lang="en-US" dirty="0"/>
              <a:t>]. Example: "Python"[0:3] returns "</a:t>
            </a:r>
            <a:r>
              <a:rPr lang="en-US" dirty="0" err="1"/>
              <a:t>Pyt</a:t>
            </a:r>
            <a:r>
              <a:rPr lang="en-US" dirty="0"/>
              <a:t>".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10599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DB170-34E6-5344-254C-E4606BFDC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24. What are iterators and </a:t>
            </a:r>
            <a:r>
              <a:rPr lang="en-US" b="1" dirty="0" err="1"/>
              <a:t>iterables</a:t>
            </a:r>
            <a:r>
              <a:rPr lang="en-US" b="1" dirty="0"/>
              <a:t>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453CF-051E-A6BC-DDB2-AE5DF4589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An </a:t>
            </a:r>
            <a:r>
              <a:rPr lang="en-US" dirty="0" err="1"/>
              <a:t>iterable</a:t>
            </a:r>
            <a:r>
              <a:rPr lang="en-US" dirty="0"/>
              <a:t> is an object that can be looped over, such as a list or string. An iterator produces values one at a time, commonly using next().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8194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271BA-80DA-2FC7-B470-31E1E6B7A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25. What are generators?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8CB7F-DBCA-0148-D821-A15FC5AF5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Generators produce values one at a time instead of storing all values in memory. They are commonly created using functions containing yield.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25818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2994B-A752-70E9-CEE9-8AF58EAE0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26. What is the yield keyword?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FFE0A-67A9-9150-8560-859823B55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yield returns a value from a generator while preserving the generator's state so execution can continue later.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96634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97ED8-3814-8503-8294-3C5F0616C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27. What is exception handling?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02D10-C08C-276E-A733-48E963CCA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Exception handling allows a program to handle runtime errors without terminating unexpectedly. Python commonly uses try and except for this.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33993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788FD-57C2-1C02-F7D6-15264E987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28. Explain try, except, else, and finally.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4F0AA-4E12-A658-E9CB-5414EB51F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try contains code that may raise an exception. except handles the exception. else runs when no exception occurs. finally runs whether an exception occurs or not.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40286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251A9-9512-81DE-6BBD-EDA1A0CCD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29. How do you create a custom exception?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B4596-0FA2-2A60-541D-D9612B764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Create a class that inherits from Exception. Example: class </a:t>
            </a:r>
            <a:r>
              <a:rPr lang="en-US" dirty="0" err="1"/>
              <a:t>MyError</a:t>
            </a:r>
            <a:r>
              <a:rPr lang="en-US" dirty="0"/>
              <a:t>(Exception): pass. You can then raise </a:t>
            </a:r>
            <a:r>
              <a:rPr lang="en-US" dirty="0" err="1"/>
              <a:t>MyError</a:t>
            </a:r>
            <a:r>
              <a:rPr lang="en-US" dirty="0"/>
              <a:t>("Something went wrong").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36621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0A7DD-24A2-1C07-2B0C-948384AF5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30. What is file handling in Python?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D964D-36C4-C631-0B02-615A2D148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File handling is used to read and write files. Common modes include r for reading, w for writing, a for appending, and </a:t>
            </a:r>
            <a:r>
              <a:rPr lang="en-US" dirty="0" err="1"/>
              <a:t>rb</a:t>
            </a:r>
            <a:r>
              <a:rPr lang="en-US" dirty="0"/>
              <a:t> for reading binary files.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53158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9D416-4A0E-2193-CBC3-1DB4B4574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31. What is the difference between read(), </a:t>
            </a:r>
            <a:r>
              <a:rPr lang="en-US" b="1" dirty="0" err="1"/>
              <a:t>readline</a:t>
            </a:r>
            <a:r>
              <a:rPr lang="en-US" b="1" dirty="0"/>
              <a:t>(), and </a:t>
            </a:r>
            <a:r>
              <a:rPr lang="en-US" b="1" dirty="0" err="1"/>
              <a:t>readlines</a:t>
            </a:r>
            <a:r>
              <a:rPr lang="en-US" b="1" dirty="0"/>
              <a:t>()?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C391B-1D7A-1F93-3E4A-40875F761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read() reads the file contents, </a:t>
            </a:r>
            <a:r>
              <a:rPr lang="en-US" dirty="0" err="1"/>
              <a:t>readline</a:t>
            </a:r>
            <a:r>
              <a:rPr lang="en-US" dirty="0"/>
              <a:t>() reads one line, and </a:t>
            </a:r>
            <a:r>
              <a:rPr lang="en-US" dirty="0" err="1"/>
              <a:t>readlines</a:t>
            </a:r>
            <a:r>
              <a:rPr lang="en-US" dirty="0"/>
              <a:t>() reads multiple lines and returns them as a list.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28274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EE738-4AAC-55FB-0267-61244C5AD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32. What is the with statement used for?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E5CF-A6B5-E11E-A27B-3DAB82DCC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The with statement manages resources automatically. For example, with open("data.txt") as file: ensures the file is properly handled and closed.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67860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CE1A1-A5F4-4E4E-0B11-13A792FB7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33. What are modules and packages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3FF2B-B220-87DA-F90E-5A56C1295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A module is a Python file containing code such as functions and classes. A package is a collection of related Python modules organized together.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22093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5ECDA-4C9F-A88A-3CAD-E8BEAB0AD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34. What is the difference between import and from ... import?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959A9-5F59-AA23-0F75-0039A074F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import math imports the module and requires names such as </a:t>
            </a:r>
            <a:r>
              <a:rPr lang="en-US" dirty="0" err="1"/>
              <a:t>math.sqrt</a:t>
            </a:r>
            <a:r>
              <a:rPr lang="en-US" dirty="0"/>
              <a:t>(). from math import sqrt imports sqrt directly so it can be called as sqrt().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35365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72A4B-9B38-A601-3508-602675B2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35. What is __name__ == "__main__"?</a:t>
            </a:r>
            <a:br>
              <a:rPr lang="en-IN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4EEF8-0D07-3538-1CBB-31D33E595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It checks whether a Python file is being run directly rather than imported as a module. It is commonly used to run a program's main code.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28131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5A7DA-8370-D603-7A97-40979FBF2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36. What is Object-Oriented Programming?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F95E6-5312-D361-886C-2C507BC14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OOP is a programming approach that organizes code around objects and classes. Its major concepts include encapsulation, inheritance, polymorphism, and abstraction.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07403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104C9-826B-ED7E-D3DC-339228C9C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37. What is a class and an object?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9132D-169C-B49D-C013-F6A6A2D99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A class is a blueprint for creating objects. An object is an instance of a class.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26744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8F2C1-23E8-5B4B-ECF2-2F15F5EC3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38. What is a constructor in Python?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362EF-8AC7-92D6-FACB-F1A86D1A3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__</a:t>
            </a:r>
            <a:r>
              <a:rPr lang="en-US" dirty="0" err="1"/>
              <a:t>init</a:t>
            </a:r>
            <a:r>
              <a:rPr lang="en-US" dirty="0"/>
              <a:t>__() is commonly called the constructor or initializer. It runs when an object is created and is used to initialize its attributes.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56124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9898E-CEB4-6948-1B60-2F69CAA6E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39. What is self?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FEB4A-ECE5-4110-3BAF-7467E422C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self refers to the current object instance. It is used to access instance attributes and methods.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51905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551FF-95D1-42A6-0171-54D3801D5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40. Explain inheritance in Python.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3BE91-082B-DBC1-FBA8-FBC2B7109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Inheritance allows a child class to reuse and extend functionality from a parent class.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48298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A3132-2F54-A81F-2CA3-FB73910F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41. What are the different types of inheritance?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79E85-6983-E6A3-3D7B-709E441FB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Common types are single, multiple, multilevel, hierarchical, and hybrid inheritance.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34808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E0FAB-D19F-0F60-A385-83A0EF62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42. What is polymorphism?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3656A-4625-E99E-F512-0105452E5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Polymorphism means the same interface or method name can behave differently depending on the object.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79280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1CB82-DBE9-EC15-0EC1-BED4E274C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43. What is encapsulation?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A272D-8CF6-451D-9ED8-CE700D4D5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Encapsulation means bundling data and methods together and controlling how internal data is accessed. Python commonly uses naming conventions such as _name and __name.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75062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D0819-B0DC-8E0A-DEDA-B8CCD9F7D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44. What is abstraction?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994FD-A78A-A5EC-5B67-4317A07EC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Abstraction hides unnecessary implementation details and exposes only the essential interface. Python can implement abstraction using the </a:t>
            </a:r>
            <a:r>
              <a:rPr lang="en-US" dirty="0" err="1"/>
              <a:t>abc</a:t>
            </a:r>
            <a:r>
              <a:rPr lang="en-US" dirty="0"/>
              <a:t> module.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21432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D47D-A8AE-E523-9F90-D7394CF5A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45. What is method overriding?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2C646-F337-27F7-B769-6721766B3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Method overriding occurs when a child class provides its own implementation of a method inherited from its parent class.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3578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831F9-7332-2C37-4AFA-A05EEA923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46. What is the difference between instance, class, and static methods?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B3B62-8E37-E1A5-6DF1-C638897F1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Instance methods use self and work with object data. Class methods use </a:t>
            </a:r>
            <a:r>
              <a:rPr lang="en-US" dirty="0" err="1"/>
              <a:t>cls</a:t>
            </a:r>
            <a:r>
              <a:rPr lang="en-US" dirty="0"/>
              <a:t> and are declared with @classmethod. Static methods do not require self or </a:t>
            </a:r>
            <a:r>
              <a:rPr lang="en-US" dirty="0" err="1"/>
              <a:t>cls</a:t>
            </a:r>
            <a:r>
              <a:rPr lang="en-US" dirty="0"/>
              <a:t> and are declared with @staticmethod.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32387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E798-AEFA-31CB-B14D-E46C97757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47. What are decorators in Python?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CBD50-0D90-BC8C-410E-644544260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A decorator is a function that modifies or extends the behavior of another function without changing its source code.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38662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3955E-4F00-4E42-3AAD-DEE3D90EC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48. What is the difference between shallow copy and deep copy?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9EBBD-B44F-1FC4-12D5-B2BA0C64F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A shallow copy creates a new outer object but nested objects can still be shared. A deep copy recursively creates independent copies of nested objects. Python provides </a:t>
            </a:r>
            <a:r>
              <a:rPr lang="en-US" dirty="0" err="1"/>
              <a:t>copy.copy</a:t>
            </a:r>
            <a:r>
              <a:rPr lang="en-US" dirty="0"/>
              <a:t>() and </a:t>
            </a:r>
            <a:r>
              <a:rPr lang="en-US" dirty="0" err="1"/>
              <a:t>copy.deepcopy</a:t>
            </a:r>
            <a:r>
              <a:rPr lang="en-US" dirty="0"/>
              <a:t>().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67685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24EE1-7408-5394-BD05-5E3422585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49. What is memory management in Python?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2C7B3-E6ED-CBDA-6F1D-5A8769643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Python manages memory automatically using mechanisms including a private heap, reference counting, garbage collection, and memory allocation handled by the Python runtime.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55321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24E5D-24B0-BBE6-983D-3FD959571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50. What is the difference between multithreading and multiprocessing in Python?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77982-5B5B-E81E-CB47-17F1F46FD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</a:t>
            </a:r>
            <a:r>
              <a:rPr lang="en-US" dirty="0"/>
              <a:t>Multithreading uses multiple threads within one process and is useful for many I/O-bound tasks. Multiprocessing uses separate processes and can provide true parallel execution for CPU-bound tasks.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23894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55</TotalTime>
  <Words>2009</Words>
  <Application>Microsoft Office PowerPoint</Application>
  <PresentationFormat>Widescreen</PresentationFormat>
  <Paragraphs>103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Century Gothic</vt:lpstr>
      <vt:lpstr>Wingdings 3</vt:lpstr>
      <vt:lpstr>Ion</vt:lpstr>
      <vt:lpstr>50 Most Comman Python Interview Qusetion </vt:lpstr>
      <vt:lpstr>1. What is Python? What are its main features? </vt:lpstr>
      <vt:lpstr>2. What are the advantages of using Python? </vt:lpstr>
      <vt:lpstr>3. What is the difference between Python 2 and Python 3? </vt:lpstr>
      <vt:lpstr>4. What are variables in Python? </vt:lpstr>
      <vt:lpstr>5. What are the different data types in Python? </vt:lpstr>
      <vt:lpstr>6. What is the difference between a list, tuple, set, and dictionary? </vt:lpstr>
      <vt:lpstr>7. What is mutable and immutable in Python? </vt:lpstr>
      <vt:lpstr>8. What is type casting? Give examples. </vt:lpstr>
      <vt:lpstr>9. What is the difference between == and is? </vt:lpstr>
      <vt:lpstr>10. What is indentation in Python? </vt:lpstr>
      <vt:lpstr>11. What are comments and docstrings? </vt:lpstr>
      <vt:lpstr>12. What is the difference between local and global variables? </vt:lpstr>
      <vt:lpstr>13. What are Python keywords? </vt:lpstr>
      <vt:lpstr>14. What is None in Python? </vt:lpstr>
      <vt:lpstr>15. What is the difference between append(), extend(), and insert()? </vt:lpstr>
      <vt:lpstr>16. What are functions in Python? </vt:lpstr>
      <vt:lpstr>17. What is the difference between parameters and arguments? </vt:lpstr>
      <vt:lpstr>18. What are *args and **kwargs? </vt:lpstr>
      <vt:lpstr>19. What is a lambda function? </vt:lpstr>
      <vt:lpstr>20. What is a list comprehension? </vt:lpstr>
      <vt:lpstr>21. What is dictionary comprehension? </vt:lpstr>
      <vt:lpstr>22. What is the difference between sort() and sorted()? </vt:lpstr>
      <vt:lpstr>23. What is slicing in Python? </vt:lpstr>
      <vt:lpstr>24. What are iterators and iterables? </vt:lpstr>
      <vt:lpstr>25. What are generators? </vt:lpstr>
      <vt:lpstr>26. What is the yield keyword? </vt:lpstr>
      <vt:lpstr>27. What is exception handling? </vt:lpstr>
      <vt:lpstr>28. Explain try, except, else, and finally. </vt:lpstr>
      <vt:lpstr>29. How do you create a custom exception? </vt:lpstr>
      <vt:lpstr>30. What is file handling in Python? </vt:lpstr>
      <vt:lpstr>31. What is the difference between read(), readline(), and readlines()? </vt:lpstr>
      <vt:lpstr>32. What is the with statement used for? </vt:lpstr>
      <vt:lpstr>33. What are modules and packages</vt:lpstr>
      <vt:lpstr>34. What is the difference between import and from ... import? </vt:lpstr>
      <vt:lpstr>35. What is __name__ == "__main__"? </vt:lpstr>
      <vt:lpstr>36. What is Object-Oriented Programming? </vt:lpstr>
      <vt:lpstr>37. What is a class and an object? </vt:lpstr>
      <vt:lpstr>38. What is a constructor in Python? </vt:lpstr>
      <vt:lpstr>39. What is self? </vt:lpstr>
      <vt:lpstr>40. Explain inheritance in Python. </vt:lpstr>
      <vt:lpstr>41. What are the different types of inheritance? </vt:lpstr>
      <vt:lpstr>42. What is polymorphism? </vt:lpstr>
      <vt:lpstr>43. What is encapsulation? </vt:lpstr>
      <vt:lpstr>44. What is abstraction? </vt:lpstr>
      <vt:lpstr>45. What is method overriding? </vt:lpstr>
      <vt:lpstr>46. What is the difference between instance, class, and static methods? </vt:lpstr>
      <vt:lpstr>47. What are decorators in Python? </vt:lpstr>
      <vt:lpstr>48. What is the difference between shallow copy and deep copy? </vt:lpstr>
      <vt:lpstr>49. What is memory management in Python? </vt:lpstr>
      <vt:lpstr>50. What is the difference between multithreading and multiprocessing in Python?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MDFAIZAN ALI</dc:creator>
  <cp:lastModifiedBy>MDFAIZAN ALI</cp:lastModifiedBy>
  <cp:revision>1</cp:revision>
  <dcterms:created xsi:type="dcterms:W3CDTF">2026-09-29T05:00:08Z</dcterms:created>
  <dcterms:modified xsi:type="dcterms:W3CDTF">2026-09-29T06:41:39Z</dcterms:modified>
</cp:coreProperties>
</file>