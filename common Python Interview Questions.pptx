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FAIZAN ALI" userId="b17fa30bc3724f48" providerId="LiveId" clId="{A8977909-A408-4F42-B4FA-3DF28317FB38}"/>
    <pc:docChg chg="custSel modSld">
      <pc:chgData name="MDFAIZAN ALI" userId="b17fa30bc3724f48" providerId="LiveId" clId="{A8977909-A408-4F42-B4FA-3DF28317FB38}" dt="2026-09-28T05:48:23.485" v="35" actId="27636"/>
      <pc:docMkLst>
        <pc:docMk/>
      </pc:docMkLst>
      <pc:sldChg chg="modSp">
        <pc:chgData name="MDFAIZAN ALI" userId="b17fa30bc3724f48" providerId="LiveId" clId="{A8977909-A408-4F42-B4FA-3DF28317FB38}" dt="2026-09-28T05:48:22.577" v="25"/>
        <pc:sldMkLst>
          <pc:docMk/>
          <pc:sldMk cId="3998402251" sldId="256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3998402251" sldId="256"/>
            <ac:spMk id="2" creationId="{77DE5198-BA93-93CD-6A59-D6FE00DD6868}"/>
          </ac:spMkLst>
        </pc:spChg>
        <pc:spChg chg="mod">
          <ac:chgData name="MDFAIZAN ALI" userId="b17fa30bc3724f48" providerId="LiveId" clId="{A8977909-A408-4F42-B4FA-3DF28317FB38}" dt="2026-09-28T05:48:22.577" v="25"/>
          <ac:spMkLst>
            <pc:docMk/>
            <pc:sldMk cId="3998402251" sldId="256"/>
            <ac:spMk id="3" creationId="{68A43B12-25A2-D52C-8054-B85203E83543}"/>
          </ac:spMkLst>
        </pc:spChg>
      </pc:sldChg>
      <pc:sldChg chg="modSp mod">
        <pc:chgData name="MDFAIZAN ALI" userId="b17fa30bc3724f48" providerId="LiveId" clId="{A8977909-A408-4F42-B4FA-3DF28317FB38}" dt="2026-09-28T05:48:23.485" v="35" actId="27636"/>
        <pc:sldMkLst>
          <pc:docMk/>
          <pc:sldMk cId="400266509" sldId="257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400266509" sldId="257"/>
            <ac:spMk id="2" creationId="{FF84BF9B-1CBA-FF73-5BCA-E7C50ECD426F}"/>
          </ac:spMkLst>
        </pc:spChg>
        <pc:spChg chg="mod">
          <ac:chgData name="MDFAIZAN ALI" userId="b17fa30bc3724f48" providerId="LiveId" clId="{A8977909-A408-4F42-B4FA-3DF28317FB38}" dt="2026-09-28T05:48:23.485" v="35" actId="27636"/>
          <ac:spMkLst>
            <pc:docMk/>
            <pc:sldMk cId="400266509" sldId="257"/>
            <ac:spMk id="3" creationId="{B20DD39D-49E5-6C9C-BE07-6FCA8616388B}"/>
          </ac:spMkLst>
        </pc:spChg>
      </pc:sldChg>
      <pc:sldChg chg="modSp">
        <pc:chgData name="MDFAIZAN ALI" userId="b17fa30bc3724f48" providerId="LiveId" clId="{A8977909-A408-4F42-B4FA-3DF28317FB38}" dt="2026-09-28T05:48:22.577" v="25"/>
        <pc:sldMkLst>
          <pc:docMk/>
          <pc:sldMk cId="92230622" sldId="258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92230622" sldId="258"/>
            <ac:spMk id="2" creationId="{35020B06-E23B-3FC1-D94F-6FA7FB102687}"/>
          </ac:spMkLst>
        </pc:spChg>
        <pc:spChg chg="mod">
          <ac:chgData name="MDFAIZAN ALI" userId="b17fa30bc3724f48" providerId="LiveId" clId="{A8977909-A408-4F42-B4FA-3DF28317FB38}" dt="2026-09-28T05:48:22.577" v="25"/>
          <ac:spMkLst>
            <pc:docMk/>
            <pc:sldMk cId="92230622" sldId="258"/>
            <ac:spMk id="3" creationId="{B7D0B283-7649-914A-B908-837FA13D5AA6}"/>
          </ac:spMkLst>
        </pc:spChg>
      </pc:sldChg>
      <pc:sldChg chg="modSp mod">
        <pc:chgData name="MDFAIZAN ALI" userId="b17fa30bc3724f48" providerId="LiveId" clId="{A8977909-A408-4F42-B4FA-3DF28317FB38}" dt="2026-09-28T05:48:23.125" v="26" actId="27636"/>
        <pc:sldMkLst>
          <pc:docMk/>
          <pc:sldMk cId="3480832335" sldId="259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3480832335" sldId="259"/>
            <ac:spMk id="2" creationId="{1A49F9CC-AA2E-3E24-13A1-7BBBBB80374C}"/>
          </ac:spMkLst>
        </pc:spChg>
        <pc:spChg chg="mod">
          <ac:chgData name="MDFAIZAN ALI" userId="b17fa30bc3724f48" providerId="LiveId" clId="{A8977909-A408-4F42-B4FA-3DF28317FB38}" dt="2026-09-28T05:48:23.125" v="26" actId="27636"/>
          <ac:spMkLst>
            <pc:docMk/>
            <pc:sldMk cId="3480832335" sldId="259"/>
            <ac:spMk id="3" creationId="{A5A7D00C-6640-E782-49D2-20F11EBE414C}"/>
          </ac:spMkLst>
        </pc:spChg>
      </pc:sldChg>
      <pc:sldChg chg="modSp mod">
        <pc:chgData name="MDFAIZAN ALI" userId="b17fa30bc3724f48" providerId="LiveId" clId="{A8977909-A408-4F42-B4FA-3DF28317FB38}" dt="2026-09-28T05:48:23.234" v="27" actId="27636"/>
        <pc:sldMkLst>
          <pc:docMk/>
          <pc:sldMk cId="671066708" sldId="260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671066708" sldId="260"/>
            <ac:spMk id="2" creationId="{AD749766-09CC-D007-C70F-96BBCCA43BE4}"/>
          </ac:spMkLst>
        </pc:spChg>
        <pc:spChg chg="mod">
          <ac:chgData name="MDFAIZAN ALI" userId="b17fa30bc3724f48" providerId="LiveId" clId="{A8977909-A408-4F42-B4FA-3DF28317FB38}" dt="2026-09-28T05:48:23.234" v="27" actId="27636"/>
          <ac:spMkLst>
            <pc:docMk/>
            <pc:sldMk cId="671066708" sldId="260"/>
            <ac:spMk id="3" creationId="{4145C16B-9BC9-67A4-84AC-18F893BEA28E}"/>
          </ac:spMkLst>
        </pc:spChg>
      </pc:sldChg>
      <pc:sldChg chg="modSp mod">
        <pc:chgData name="MDFAIZAN ALI" userId="b17fa30bc3724f48" providerId="LiveId" clId="{A8977909-A408-4F42-B4FA-3DF28317FB38}" dt="2026-09-28T05:48:23.250" v="28" actId="27636"/>
        <pc:sldMkLst>
          <pc:docMk/>
          <pc:sldMk cId="3007231441" sldId="261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3007231441" sldId="261"/>
            <ac:spMk id="2" creationId="{F43371B4-D014-6EF7-5689-12E84FAC1C3E}"/>
          </ac:spMkLst>
        </pc:spChg>
        <pc:spChg chg="mod">
          <ac:chgData name="MDFAIZAN ALI" userId="b17fa30bc3724f48" providerId="LiveId" clId="{A8977909-A408-4F42-B4FA-3DF28317FB38}" dt="2026-09-28T05:48:23.250" v="28" actId="27636"/>
          <ac:spMkLst>
            <pc:docMk/>
            <pc:sldMk cId="3007231441" sldId="261"/>
            <ac:spMk id="3" creationId="{4B6CE6C7-A42C-84A9-2148-957170A671A9}"/>
          </ac:spMkLst>
        </pc:spChg>
      </pc:sldChg>
      <pc:sldChg chg="modSp">
        <pc:chgData name="MDFAIZAN ALI" userId="b17fa30bc3724f48" providerId="LiveId" clId="{A8977909-A408-4F42-B4FA-3DF28317FB38}" dt="2026-09-28T05:48:22.577" v="25"/>
        <pc:sldMkLst>
          <pc:docMk/>
          <pc:sldMk cId="3524095537" sldId="262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3524095537" sldId="262"/>
            <ac:spMk id="2" creationId="{AE000928-4182-08E2-C51B-D50D32358AD3}"/>
          </ac:spMkLst>
        </pc:spChg>
        <pc:spChg chg="mod">
          <ac:chgData name="MDFAIZAN ALI" userId="b17fa30bc3724f48" providerId="LiveId" clId="{A8977909-A408-4F42-B4FA-3DF28317FB38}" dt="2026-09-28T05:48:22.577" v="25"/>
          <ac:spMkLst>
            <pc:docMk/>
            <pc:sldMk cId="3524095537" sldId="262"/>
            <ac:spMk id="3" creationId="{42AAB907-636C-D8CB-2096-8F32B91388FA}"/>
          </ac:spMkLst>
        </pc:spChg>
      </pc:sldChg>
      <pc:sldChg chg="modSp mod">
        <pc:chgData name="MDFAIZAN ALI" userId="b17fa30bc3724f48" providerId="LiveId" clId="{A8977909-A408-4F42-B4FA-3DF28317FB38}" dt="2026-09-28T05:48:23.281" v="29" actId="27636"/>
        <pc:sldMkLst>
          <pc:docMk/>
          <pc:sldMk cId="2948634732" sldId="263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2948634732" sldId="263"/>
            <ac:spMk id="2" creationId="{D50D4134-9E70-3BEC-9227-3D21DEA0F349}"/>
          </ac:spMkLst>
        </pc:spChg>
        <pc:spChg chg="mod">
          <ac:chgData name="MDFAIZAN ALI" userId="b17fa30bc3724f48" providerId="LiveId" clId="{A8977909-A408-4F42-B4FA-3DF28317FB38}" dt="2026-09-28T05:48:23.281" v="29" actId="27636"/>
          <ac:spMkLst>
            <pc:docMk/>
            <pc:sldMk cId="2948634732" sldId="263"/>
            <ac:spMk id="3" creationId="{D47B92AA-C80A-0F1A-505B-E6AB66D51B1A}"/>
          </ac:spMkLst>
        </pc:spChg>
      </pc:sldChg>
      <pc:sldChg chg="modSp mod">
        <pc:chgData name="MDFAIZAN ALI" userId="b17fa30bc3724f48" providerId="LiveId" clId="{A8977909-A408-4F42-B4FA-3DF28317FB38}" dt="2026-09-28T05:48:23.313" v="30" actId="27636"/>
        <pc:sldMkLst>
          <pc:docMk/>
          <pc:sldMk cId="523805460" sldId="264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523805460" sldId="264"/>
            <ac:spMk id="2" creationId="{09AE29D8-0C48-1A9B-7523-5E206AB88221}"/>
          </ac:spMkLst>
        </pc:spChg>
        <pc:spChg chg="mod">
          <ac:chgData name="MDFAIZAN ALI" userId="b17fa30bc3724f48" providerId="LiveId" clId="{A8977909-A408-4F42-B4FA-3DF28317FB38}" dt="2026-09-28T05:48:23.313" v="30" actId="27636"/>
          <ac:spMkLst>
            <pc:docMk/>
            <pc:sldMk cId="523805460" sldId="264"/>
            <ac:spMk id="3" creationId="{9110B5C7-4639-83E6-ED8A-ABB145CDB962}"/>
          </ac:spMkLst>
        </pc:spChg>
      </pc:sldChg>
      <pc:sldChg chg="modSp mod">
        <pc:chgData name="MDFAIZAN ALI" userId="b17fa30bc3724f48" providerId="LiveId" clId="{A8977909-A408-4F42-B4FA-3DF28317FB38}" dt="2026-09-28T05:48:23.344" v="31" actId="27636"/>
        <pc:sldMkLst>
          <pc:docMk/>
          <pc:sldMk cId="2787475849" sldId="265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2787475849" sldId="265"/>
            <ac:spMk id="2" creationId="{706D7B9B-A8BD-D776-39B6-DE316EC9B690}"/>
          </ac:spMkLst>
        </pc:spChg>
        <pc:spChg chg="mod">
          <ac:chgData name="MDFAIZAN ALI" userId="b17fa30bc3724f48" providerId="LiveId" clId="{A8977909-A408-4F42-B4FA-3DF28317FB38}" dt="2026-09-28T05:48:23.344" v="31" actId="27636"/>
          <ac:spMkLst>
            <pc:docMk/>
            <pc:sldMk cId="2787475849" sldId="265"/>
            <ac:spMk id="3" creationId="{19018027-3242-779C-A509-40D51EFB4F79}"/>
          </ac:spMkLst>
        </pc:spChg>
      </pc:sldChg>
      <pc:sldChg chg="modSp mod">
        <pc:chgData name="MDFAIZAN ALI" userId="b17fa30bc3724f48" providerId="LiveId" clId="{A8977909-A408-4F42-B4FA-3DF28317FB38}" dt="2026-09-28T05:48:23.391" v="32" actId="27636"/>
        <pc:sldMkLst>
          <pc:docMk/>
          <pc:sldMk cId="1810204754" sldId="266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1810204754" sldId="266"/>
            <ac:spMk id="2" creationId="{A499E216-8994-C887-F865-EBEE99226EB6}"/>
          </ac:spMkLst>
        </pc:spChg>
        <pc:spChg chg="mod">
          <ac:chgData name="MDFAIZAN ALI" userId="b17fa30bc3724f48" providerId="LiveId" clId="{A8977909-A408-4F42-B4FA-3DF28317FB38}" dt="2026-09-28T05:48:23.391" v="32" actId="27636"/>
          <ac:spMkLst>
            <pc:docMk/>
            <pc:sldMk cId="1810204754" sldId="266"/>
            <ac:spMk id="3" creationId="{BB3E06C8-96B2-5C7A-5400-D4982983E4A5}"/>
          </ac:spMkLst>
        </pc:spChg>
      </pc:sldChg>
      <pc:sldChg chg="modSp mod">
        <pc:chgData name="MDFAIZAN ALI" userId="b17fa30bc3724f48" providerId="LiveId" clId="{A8977909-A408-4F42-B4FA-3DF28317FB38}" dt="2026-09-28T05:48:23.430" v="33" actId="27636"/>
        <pc:sldMkLst>
          <pc:docMk/>
          <pc:sldMk cId="952354639" sldId="267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952354639" sldId="267"/>
            <ac:spMk id="2" creationId="{088503C1-8DB4-4F74-2FA1-5F81473C8264}"/>
          </ac:spMkLst>
        </pc:spChg>
        <pc:spChg chg="mod">
          <ac:chgData name="MDFAIZAN ALI" userId="b17fa30bc3724f48" providerId="LiveId" clId="{A8977909-A408-4F42-B4FA-3DF28317FB38}" dt="2026-09-28T05:48:23.430" v="33" actId="27636"/>
          <ac:spMkLst>
            <pc:docMk/>
            <pc:sldMk cId="952354639" sldId="267"/>
            <ac:spMk id="3" creationId="{BEB51915-3447-1ABD-F427-19FF53DEA161}"/>
          </ac:spMkLst>
        </pc:spChg>
      </pc:sldChg>
      <pc:sldChg chg="modSp mod">
        <pc:chgData name="MDFAIZAN ALI" userId="b17fa30bc3724f48" providerId="LiveId" clId="{A8977909-A408-4F42-B4FA-3DF28317FB38}" dt="2026-09-28T05:48:23.454" v="34" actId="27636"/>
        <pc:sldMkLst>
          <pc:docMk/>
          <pc:sldMk cId="53822189" sldId="268"/>
        </pc:sldMkLst>
        <pc:spChg chg="mod">
          <ac:chgData name="MDFAIZAN ALI" userId="b17fa30bc3724f48" providerId="LiveId" clId="{A8977909-A408-4F42-B4FA-3DF28317FB38}" dt="2026-09-28T05:48:22.577" v="25"/>
          <ac:spMkLst>
            <pc:docMk/>
            <pc:sldMk cId="53822189" sldId="268"/>
            <ac:spMk id="2" creationId="{DC320FD9-9CB5-1F13-37E3-1C5A3E6AB5A7}"/>
          </ac:spMkLst>
        </pc:spChg>
        <pc:spChg chg="mod">
          <ac:chgData name="MDFAIZAN ALI" userId="b17fa30bc3724f48" providerId="LiveId" clId="{A8977909-A408-4F42-B4FA-3DF28317FB38}" dt="2026-09-28T05:48:23.454" v="34" actId="27636"/>
          <ac:spMkLst>
            <pc:docMk/>
            <pc:sldMk cId="53822189" sldId="268"/>
            <ac:spMk id="3" creationId="{331E40B2-459A-BF66-D8B5-57C5949C0F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844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8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1956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694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567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3536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702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978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4837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824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505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3399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4713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3711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3638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5924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482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4437A79-2AF2-4A2C-9A71-350B100B81EC}" type="datetimeFigureOut">
              <a:rPr lang="en-IN" smtClean="0"/>
              <a:t>28-09-2026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41005E-82F7-4F9C-AC72-15CF0CC97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22838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E5198-BA93-93CD-6A59-D6FE00DD6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Common Python Interview Questions – Part 1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43B12-25A2-D52C-8054-B85203E835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Beginner Level – Questions and Answers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8402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4BF9B-1CBA-FF73-5BCA-E7C50ECD4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1. What is Python? What are its main features?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DD39D-49E5-6C9C-BE07-6FCA86163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is a high-level, interpreted, general-purpose programming language. It is widely used for web development, automation, data analysis, Artificial Intelligence, Machine Learning, and software development.</a:t>
            </a:r>
            <a:endParaRPr lang="en-IN" dirty="0"/>
          </a:p>
          <a:p>
            <a:r>
              <a:rPr lang="en-US" dirty="0"/>
              <a:t>Main features of Python:</a:t>
            </a:r>
            <a:br>
              <a:rPr lang="en-US" dirty="0"/>
            </a:br>
            <a:r>
              <a:rPr lang="en-US" dirty="0"/>
              <a:t>• Easy to learn and read.</a:t>
            </a:r>
            <a:br>
              <a:rPr lang="en-US" dirty="0"/>
            </a:br>
            <a:r>
              <a:rPr lang="en-US" dirty="0"/>
              <a:t>• Simple and clear syntax.</a:t>
            </a:r>
            <a:br>
              <a:rPr lang="en-US" dirty="0"/>
            </a:br>
            <a:r>
              <a:rPr lang="en-US" dirty="0"/>
              <a:t>• Interpreted language.</a:t>
            </a:r>
            <a:br>
              <a:rPr lang="en-US" dirty="0"/>
            </a:br>
            <a:r>
              <a:rPr lang="en-US" dirty="0"/>
              <a:t>• Dynamically typed.</a:t>
            </a:r>
            <a:br>
              <a:rPr lang="en-US" dirty="0"/>
            </a:br>
            <a:r>
              <a:rPr lang="en-US" dirty="0"/>
              <a:t>• Object-oriented and supports multiple programming paradigms.</a:t>
            </a:r>
            <a:br>
              <a:rPr lang="en-US" dirty="0"/>
            </a:br>
            <a:r>
              <a:rPr lang="en-US" dirty="0"/>
              <a:t>• Large standard library and many third-party packages.</a:t>
            </a:r>
            <a:br>
              <a:rPr lang="en-US" dirty="0"/>
            </a:br>
            <a:r>
              <a:rPr lang="en-US" dirty="0"/>
              <a:t>• Cross-platform.</a:t>
            </a:r>
            <a:br>
              <a:rPr lang="en-US" dirty="0"/>
            </a:br>
            <a:r>
              <a:rPr lang="en-US" dirty="0"/>
              <a:t>• Open-source and free to use.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6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2E09-F80F-1166-1642-1C05199C3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20B06-E23B-3FC1-D94F-6FA7FB102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2. What are variables in Python? How do you assign values?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0B283-7649-914A-B908-837FA13D5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variable is a name used to store or refer to a value in a Python program. Python does not require you to declare the variable type separately.</a:t>
            </a:r>
            <a:endParaRPr lang="en-IN" dirty="0"/>
          </a:p>
          <a:p>
            <a:r>
              <a:rPr lang="en-US" dirty="0"/>
              <a:t>Values are assigned using the = operator.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name = "Ali"</a:t>
            </a:r>
            <a:br>
              <a:rPr lang="en-US" dirty="0"/>
            </a:br>
            <a:r>
              <a:rPr lang="en-US" dirty="0"/>
              <a:t>age = 20</a:t>
            </a:r>
            <a:br>
              <a:rPr lang="en-US" dirty="0"/>
            </a:br>
            <a:r>
              <a:rPr lang="en-US" dirty="0"/>
              <a:t>salary = 25000.50</a:t>
            </a:r>
            <a:endParaRPr lang="en-IN" dirty="0"/>
          </a:p>
          <a:p>
            <a:r>
              <a:rPr lang="en-US" dirty="0"/>
              <a:t>Here, name, age, and salary are variables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230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F9CC-AA2E-3E24-13A1-7BBBBB803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3. What are the different data types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7D00C-6640-E782-49D2-20F11EBE4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Common built-in Python data types include:</a:t>
            </a:r>
            <a:endParaRPr lang="en-IN" dirty="0"/>
          </a:p>
          <a:p>
            <a:r>
              <a:rPr lang="en-US" dirty="0"/>
              <a:t>• int – Integer numbers, such as 10.</a:t>
            </a:r>
            <a:br>
              <a:rPr lang="en-US" dirty="0"/>
            </a:br>
            <a:r>
              <a:rPr lang="en-US" dirty="0"/>
              <a:t>• float – Decimal numbers, such as 10.5.</a:t>
            </a:r>
            <a:br>
              <a:rPr lang="en-US" dirty="0"/>
            </a:br>
            <a:r>
              <a:rPr lang="en-US" dirty="0"/>
              <a:t>• str – Text, such as "Hello".</a:t>
            </a:r>
            <a:br>
              <a:rPr lang="en-US" dirty="0"/>
            </a:br>
            <a:r>
              <a:rPr lang="en-US" dirty="0"/>
              <a:t>• bool – Boolean values: True or False.</a:t>
            </a:r>
            <a:br>
              <a:rPr lang="en-US" dirty="0"/>
            </a:br>
            <a:r>
              <a:rPr lang="en-US" dirty="0"/>
              <a:t>• list – Ordered, mutable collection.</a:t>
            </a:r>
            <a:br>
              <a:rPr lang="en-US" dirty="0"/>
            </a:br>
            <a:r>
              <a:rPr lang="en-US" dirty="0"/>
              <a:t>• tuple – Ordered, immutable collection.</a:t>
            </a:r>
            <a:br>
              <a:rPr lang="en-US" dirty="0"/>
            </a:br>
            <a:r>
              <a:rPr lang="en-US" dirty="0"/>
              <a:t>• set – Unordered collection of unique values.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dict</a:t>
            </a:r>
            <a:r>
              <a:rPr lang="en-US" dirty="0"/>
              <a:t> – Collection of key-value pairs.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NoneType</a:t>
            </a:r>
            <a:r>
              <a:rPr lang="en-US" dirty="0"/>
              <a:t> – Represents the absence of a value using None.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age = 20</a:t>
            </a:r>
            <a:br>
              <a:rPr lang="en-US" dirty="0"/>
            </a:br>
            <a:r>
              <a:rPr lang="en-US" dirty="0"/>
              <a:t>name = "Ali"</a:t>
            </a:r>
            <a:br>
              <a:rPr lang="en-US" dirty="0"/>
            </a:br>
            <a:r>
              <a:rPr lang="en-US" dirty="0"/>
              <a:t>marks = [80, 90, 85]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0832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49766-09CC-D007-C70F-96BBCCA43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4. Difference between list, tuple, set, and dictionary?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45C16B-9BC9-67A4-84AC-18F893BEA2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List:</a:t>
            </a:r>
            <a:br>
              <a:rPr lang="en-US" dirty="0"/>
            </a:br>
            <a:r>
              <a:rPr lang="en-US" dirty="0"/>
              <a:t>• Ordered collection.</a:t>
            </a:r>
            <a:br>
              <a:rPr lang="en-US" dirty="0"/>
            </a:br>
            <a:r>
              <a:rPr lang="en-US" dirty="0"/>
              <a:t>• Mutable.</a:t>
            </a:r>
            <a:br>
              <a:rPr lang="en-US" dirty="0"/>
            </a:br>
            <a:r>
              <a:rPr lang="en-US" dirty="0"/>
              <a:t>• Allows duplicate values.</a:t>
            </a:r>
            <a:br>
              <a:rPr lang="en-US" dirty="0"/>
            </a:br>
            <a:r>
              <a:rPr lang="en-US" dirty="0"/>
              <a:t>Example: [10, 20, 10]</a:t>
            </a:r>
            <a:endParaRPr lang="en-IN" dirty="0"/>
          </a:p>
          <a:p>
            <a:r>
              <a:rPr lang="en-US" dirty="0"/>
              <a:t>Tuple:</a:t>
            </a:r>
            <a:br>
              <a:rPr lang="en-US" dirty="0"/>
            </a:br>
            <a:r>
              <a:rPr lang="en-US" dirty="0"/>
              <a:t>• Ordered collection.</a:t>
            </a:r>
            <a:br>
              <a:rPr lang="en-US" dirty="0"/>
            </a:br>
            <a:r>
              <a:rPr lang="en-US" dirty="0"/>
              <a:t>• Immutable.</a:t>
            </a:r>
            <a:br>
              <a:rPr lang="en-US" dirty="0"/>
            </a:br>
            <a:r>
              <a:rPr lang="en-US" dirty="0"/>
              <a:t>• Allows duplicate values.</a:t>
            </a:r>
            <a:br>
              <a:rPr lang="en-US" dirty="0"/>
            </a:br>
            <a:r>
              <a:rPr lang="en-US" dirty="0"/>
              <a:t>Example: (10, 20, 10)</a:t>
            </a:r>
            <a:endParaRPr lang="en-IN" dirty="0"/>
          </a:p>
          <a:p>
            <a:r>
              <a:rPr lang="en-US" dirty="0"/>
              <a:t>Set:</a:t>
            </a:r>
            <a:br>
              <a:rPr lang="en-US" dirty="0"/>
            </a:br>
            <a:r>
              <a:rPr lang="en-US" dirty="0"/>
              <a:t>• Collection of unique values.</a:t>
            </a:r>
            <a:br>
              <a:rPr lang="en-US" dirty="0"/>
            </a:br>
            <a:r>
              <a:rPr lang="en-US" dirty="0"/>
              <a:t>• Mutable as a collection.</a:t>
            </a:r>
            <a:br>
              <a:rPr lang="en-US" dirty="0"/>
            </a:br>
            <a:r>
              <a:rPr lang="en-US" dirty="0"/>
              <a:t>• Does not support duplicate elements.</a:t>
            </a:r>
            <a:br>
              <a:rPr lang="en-US" dirty="0"/>
            </a:br>
            <a:r>
              <a:rPr lang="en-US" dirty="0"/>
              <a:t>Example: {10, 20, 30}</a:t>
            </a:r>
            <a:endParaRPr lang="en-IN" dirty="0"/>
          </a:p>
          <a:p>
            <a:r>
              <a:rPr lang="en-US" dirty="0"/>
              <a:t>Dictionary:</a:t>
            </a:r>
            <a:br>
              <a:rPr lang="en-US" dirty="0"/>
            </a:br>
            <a:r>
              <a:rPr lang="en-US" dirty="0"/>
              <a:t>• Stores key-value pairs.</a:t>
            </a:r>
            <a:br>
              <a:rPr lang="en-US" dirty="0"/>
            </a:br>
            <a:r>
              <a:rPr lang="en-US" dirty="0"/>
              <a:t>• Mutable.</a:t>
            </a:r>
            <a:br>
              <a:rPr lang="en-US" dirty="0"/>
            </a:br>
            <a:r>
              <a:rPr lang="en-US" dirty="0"/>
              <a:t>• Keys must be unique.</a:t>
            </a:r>
            <a:br>
              <a:rPr lang="en-US" dirty="0"/>
            </a:br>
            <a:r>
              <a:rPr lang="en-US" dirty="0"/>
              <a:t>Example: {"name": "Ali", "age": 20}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1066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71B4-D014-6EF7-5689-12E84FAC1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5. What is mutable vs immutable in Python? Give examples.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CE6C7-A42C-84A9-2148-957170A671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Mutable objects can be changed after they are created.</a:t>
            </a:r>
            <a:endParaRPr lang="en-IN" dirty="0"/>
          </a:p>
          <a:p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list</a:t>
            </a:r>
            <a:br>
              <a:rPr lang="en-US" dirty="0"/>
            </a:br>
            <a:r>
              <a:rPr lang="en-US" dirty="0"/>
              <a:t>• set</a:t>
            </a:r>
            <a:br>
              <a:rPr lang="en-US" dirty="0"/>
            </a:br>
            <a:r>
              <a:rPr lang="en-US" dirty="0"/>
              <a:t>• dictionary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numbers = [1, 2, 3]</a:t>
            </a:r>
            <a:br>
              <a:rPr lang="en-US" dirty="0"/>
            </a:br>
            <a:r>
              <a:rPr lang="en-US" dirty="0"/>
              <a:t>numbers[0] = 10</a:t>
            </a:r>
            <a:endParaRPr lang="en-IN" dirty="0"/>
          </a:p>
          <a:p>
            <a:r>
              <a:rPr lang="en-US" dirty="0"/>
              <a:t>Immutable objects cannot be changed after they are created.</a:t>
            </a:r>
            <a:endParaRPr lang="en-IN" dirty="0"/>
          </a:p>
          <a:p>
            <a:r>
              <a:rPr lang="en-US" dirty="0"/>
              <a:t>Examples:</a:t>
            </a:r>
            <a:br>
              <a:rPr lang="en-US" dirty="0"/>
            </a:br>
            <a:r>
              <a:rPr lang="en-US" dirty="0"/>
              <a:t>• int</a:t>
            </a:r>
            <a:br>
              <a:rPr lang="en-US" dirty="0"/>
            </a:br>
            <a:r>
              <a:rPr lang="en-US" dirty="0"/>
              <a:t>• float</a:t>
            </a:r>
            <a:br>
              <a:rPr lang="en-US" dirty="0"/>
            </a:br>
            <a:r>
              <a:rPr lang="en-US" dirty="0"/>
              <a:t>• string</a:t>
            </a:r>
            <a:br>
              <a:rPr lang="en-US" dirty="0"/>
            </a:br>
            <a:r>
              <a:rPr lang="en-US" dirty="0"/>
              <a:t>• tuple</a:t>
            </a:r>
            <a:br>
              <a:rPr lang="en-US" dirty="0"/>
            </a:br>
            <a:r>
              <a:rPr lang="en-US" dirty="0"/>
              <a:t>• bool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name = "Ali"</a:t>
            </a:r>
            <a:br>
              <a:rPr lang="en-US" dirty="0"/>
            </a:br>
            <a:r>
              <a:rPr lang="en-US" dirty="0"/>
              <a:t># A string cannot be changed directly by modifying one character.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7231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00928-4182-08E2-C51B-D50D3235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6. What is indentation in Python and why is it required?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AAB907-636C-D8CB-2096-8F32B9138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Indentation means the spaces at the beginning of a line of Python code. Python uses indentation to define blocks of code instead of using braces such as { }.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if age &gt;= 18:</a:t>
            </a:r>
            <a:br>
              <a:rPr lang="en-US" dirty="0"/>
            </a:br>
            <a:r>
              <a:rPr lang="en-US" dirty="0"/>
              <a:t>    print("Adult")</a:t>
            </a:r>
            <a:endParaRPr lang="en-IN" dirty="0"/>
          </a:p>
          <a:p>
            <a:r>
              <a:rPr lang="en-US" dirty="0"/>
              <a:t>The indented print() statement belongs to the if block.</a:t>
            </a:r>
            <a:endParaRPr lang="en-IN" dirty="0"/>
          </a:p>
          <a:p>
            <a:r>
              <a:rPr lang="en-US" dirty="0"/>
              <a:t>Incorrect or inconsistent indentation can cause an </a:t>
            </a:r>
            <a:r>
              <a:rPr lang="en-US" dirty="0" err="1"/>
              <a:t>IndentationError</a:t>
            </a:r>
            <a:r>
              <a:rPr lang="en-US" dirty="0"/>
              <a:t> or change the structure of the program.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095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4134-9E70-3BEC-9227-3D21DEA0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7. What is the difference between == and =?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B92AA-C80A-0F1A-505B-E6AB66D51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= is the assignment operator. It is used to assign a value to a variable.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x = 10</a:t>
            </a:r>
            <a:endParaRPr lang="en-IN" dirty="0"/>
          </a:p>
          <a:p>
            <a:r>
              <a:rPr lang="en-US" dirty="0"/>
              <a:t>== is the equality comparison operator. It checks whether two values are equal and returns True or False.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x = 10</a:t>
            </a:r>
            <a:br>
              <a:rPr lang="en-US" dirty="0"/>
            </a:br>
            <a:r>
              <a:rPr lang="en-US" dirty="0"/>
              <a:t>print(x == 10)</a:t>
            </a:r>
            <a:endParaRPr lang="en-IN" dirty="0"/>
          </a:p>
          <a:p>
            <a:r>
              <a:rPr lang="en-US" dirty="0"/>
              <a:t>Output:</a:t>
            </a:r>
            <a:br>
              <a:rPr lang="en-US" dirty="0"/>
            </a:br>
            <a:r>
              <a:rPr lang="en-US" dirty="0"/>
              <a:t>True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6347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E29D8-0C48-1A9B-7523-5E206AB88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8. What are functions? How do you define a function in Python?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0B5C7-4639-83E6-ED8A-ABB145CDB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function is a reusable block of code designed to perform a specific task. Functions help make programs easier to organize, reuse, and maintain.</a:t>
            </a:r>
            <a:endParaRPr lang="en-IN" dirty="0"/>
          </a:p>
          <a:p>
            <a:r>
              <a:rPr lang="en-US" dirty="0"/>
              <a:t>A function is defined using the def keyword.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def add(a, b):</a:t>
            </a:r>
            <a:br>
              <a:rPr lang="en-US" dirty="0"/>
            </a:br>
            <a:r>
              <a:rPr lang="en-US" dirty="0"/>
              <a:t>    return a + b</a:t>
            </a:r>
            <a:endParaRPr lang="en-IN" dirty="0"/>
          </a:p>
          <a:p>
            <a:r>
              <a:rPr lang="en-US" dirty="0"/>
              <a:t>result = add(10, 20)</a:t>
            </a:r>
            <a:br>
              <a:rPr lang="en-US" dirty="0"/>
            </a:br>
            <a:r>
              <a:rPr lang="en-US" dirty="0"/>
              <a:t>print(result)</a:t>
            </a:r>
            <a:endParaRPr lang="en-IN" dirty="0"/>
          </a:p>
          <a:p>
            <a:r>
              <a:rPr lang="en-US" dirty="0"/>
              <a:t>Here, add() is a function that accepts two arguments and returns their sum.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380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D7B9B-A8BD-D776-39B6-DE316EC9B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9. What is a module and a package?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18027-3242-779C-A509-40D51EFB4F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module is a Python file containing code such as functions, classes, and variables. A module normally has a .</a:t>
            </a:r>
            <a:r>
              <a:rPr lang="en-US" dirty="0" err="1"/>
              <a:t>py</a:t>
            </a:r>
            <a:r>
              <a:rPr lang="en-US" dirty="0"/>
              <a:t> extension.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import math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math.sqrt</a:t>
            </a:r>
            <a:r>
              <a:rPr lang="en-US" dirty="0"/>
              <a:t>(25))</a:t>
            </a:r>
            <a:endParaRPr lang="en-IN" dirty="0"/>
          </a:p>
          <a:p>
            <a:r>
              <a:rPr lang="en-US" dirty="0"/>
              <a:t>A package is a collection of related Python modules organized in a directory. Packages help organize larger Python projects.</a:t>
            </a:r>
            <a:endParaRPr lang="en-IN" dirty="0"/>
          </a:p>
          <a:p>
            <a:r>
              <a:rPr lang="en-US" dirty="0"/>
              <a:t>In simple terms:</a:t>
            </a:r>
            <a:br>
              <a:rPr lang="en-US" dirty="0"/>
            </a:br>
            <a:r>
              <a:rPr lang="en-US" dirty="0"/>
              <a:t>• Module = usually one Python file.</a:t>
            </a:r>
            <a:br>
              <a:rPr lang="en-US" dirty="0"/>
            </a:br>
            <a:r>
              <a:rPr lang="en-US" dirty="0"/>
              <a:t>• Package = a collection of related modules.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7475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9E216-8994-C887-F865-EBEE99226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10. What is pip? How do you install a package?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E06C8-96B2-5C7A-5400-D4982983E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pip is the standard package-management tool commonly used to install and manage Python packages from the Python Package Index (</a:t>
            </a:r>
            <a:r>
              <a:rPr lang="en-US" dirty="0" err="1"/>
              <a:t>PyPI</a:t>
            </a:r>
            <a:r>
              <a:rPr lang="en-US" dirty="0"/>
              <a:t>) and other package sources.</a:t>
            </a:r>
            <a:endParaRPr lang="en-IN" dirty="0"/>
          </a:p>
          <a:p>
            <a:r>
              <a:rPr lang="en-US" dirty="0"/>
              <a:t>To install a package, use:</a:t>
            </a:r>
            <a:endParaRPr lang="en-IN" dirty="0"/>
          </a:p>
          <a:p>
            <a:r>
              <a:rPr lang="en-US" dirty="0"/>
              <a:t>pip install </a:t>
            </a:r>
            <a:r>
              <a:rPr lang="en-US" dirty="0" err="1"/>
              <a:t>package_name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pip install pandas</a:t>
            </a:r>
            <a:endParaRPr lang="en-IN" dirty="0"/>
          </a:p>
          <a:p>
            <a:r>
              <a:rPr lang="en-US" dirty="0"/>
              <a:t>To upgrade a package:</a:t>
            </a:r>
            <a:br>
              <a:rPr lang="en-US" dirty="0"/>
            </a:br>
            <a:r>
              <a:rPr lang="en-US" dirty="0"/>
              <a:t>pip install --upgrade pandas</a:t>
            </a:r>
            <a:endParaRPr lang="en-IN" dirty="0"/>
          </a:p>
          <a:p>
            <a:r>
              <a:rPr lang="en-US" dirty="0"/>
              <a:t>To see installed packages:</a:t>
            </a:r>
            <a:br>
              <a:rPr lang="en-US" dirty="0"/>
            </a:br>
            <a:r>
              <a:rPr lang="en-US" dirty="0"/>
              <a:t>pip list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0204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03C1-8DB4-4F74-2FA1-5F81473C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11. What are Python built-in functions? Name a few.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B51915-3447-1ABD-F427-19FF53DEA1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Built-in functions are functions that are available in Python without importing an external module.</a:t>
            </a:r>
            <a:endParaRPr lang="en-IN" dirty="0"/>
          </a:p>
          <a:p>
            <a:r>
              <a:rPr lang="en-US" dirty="0"/>
              <a:t>Examples include:</a:t>
            </a:r>
            <a:br>
              <a:rPr lang="en-US" dirty="0"/>
            </a:br>
            <a:r>
              <a:rPr lang="en-US" dirty="0"/>
              <a:t>• print() – Displays output.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len</a:t>
            </a:r>
            <a:r>
              <a:rPr lang="en-US" dirty="0"/>
              <a:t>() – Returns the number of items.</a:t>
            </a:r>
            <a:br>
              <a:rPr lang="en-US" dirty="0"/>
            </a:br>
            <a:r>
              <a:rPr lang="en-US" dirty="0"/>
              <a:t>• type() – Returns the type of an object.</a:t>
            </a:r>
            <a:br>
              <a:rPr lang="en-US" dirty="0"/>
            </a:br>
            <a:r>
              <a:rPr lang="en-US" dirty="0"/>
              <a:t>• input() – Takes input from the user.</a:t>
            </a:r>
            <a:br>
              <a:rPr lang="en-US" dirty="0"/>
            </a:br>
            <a:r>
              <a:rPr lang="en-US" dirty="0"/>
              <a:t>• int() – Converts a value to an integer.</a:t>
            </a:r>
            <a:br>
              <a:rPr lang="en-US" dirty="0"/>
            </a:br>
            <a:r>
              <a:rPr lang="en-US" dirty="0"/>
              <a:t>• float() – Converts a value to a floating-point number.</a:t>
            </a:r>
            <a:br>
              <a:rPr lang="en-US" dirty="0"/>
            </a:br>
            <a:r>
              <a:rPr lang="en-US" dirty="0"/>
              <a:t>• str() – Converts a value to a string.</a:t>
            </a:r>
            <a:br>
              <a:rPr lang="en-US" dirty="0"/>
            </a:br>
            <a:r>
              <a:rPr lang="en-US" dirty="0"/>
              <a:t>• sum() – Adds items in an </a:t>
            </a:r>
            <a:r>
              <a:rPr lang="en-US" dirty="0" err="1"/>
              <a:t>iterable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• max() – Returns the largest value.</a:t>
            </a:r>
            <a:br>
              <a:rPr lang="en-US" dirty="0"/>
            </a:br>
            <a:r>
              <a:rPr lang="en-US" dirty="0"/>
              <a:t>• min() – Returns the smallest value.</a:t>
            </a:r>
            <a:br>
              <a:rPr lang="en-US" dirty="0"/>
            </a:br>
            <a:r>
              <a:rPr lang="en-US" dirty="0"/>
              <a:t>• range() – Generates a sequence of numbers.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numbers = [10, 20, 30]</a:t>
            </a:r>
            <a:br>
              <a:rPr lang="en-US" dirty="0"/>
            </a:br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(numbers))</a:t>
            </a:r>
            <a:br>
              <a:rPr lang="en-US" dirty="0"/>
            </a:br>
            <a:r>
              <a:rPr lang="en-US" dirty="0"/>
              <a:t>print(max(numbers))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23546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20FD9-9CB5-1F13-37E3-1C5A3E6AB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12. What is a lambda function?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E40B2-459A-BF66-D8B5-57C5949C0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lambda function is a small anonymous function created using the lambda keyword. It can take any number of arguments but contains a single expression.</a:t>
            </a:r>
            <a:endParaRPr lang="en-IN" dirty="0"/>
          </a:p>
          <a:p>
            <a:r>
              <a:rPr lang="en-US" dirty="0"/>
              <a:t>Syntax:</a:t>
            </a:r>
            <a:br>
              <a:rPr lang="en-US" dirty="0"/>
            </a:br>
            <a:r>
              <a:rPr lang="en-US" dirty="0"/>
              <a:t>lambda arguments: expression</a:t>
            </a:r>
            <a:endParaRPr lang="en-IN" dirty="0"/>
          </a:p>
          <a:p>
            <a:r>
              <a:rPr lang="en-US" dirty="0"/>
              <a:t>Example:</a:t>
            </a:r>
            <a:br>
              <a:rPr lang="en-US" dirty="0"/>
            </a:br>
            <a:r>
              <a:rPr lang="en-US" dirty="0"/>
              <a:t>square = lambda x: x * x</a:t>
            </a:r>
            <a:br>
              <a:rPr lang="en-US" dirty="0"/>
            </a:br>
            <a:r>
              <a:rPr lang="en-US" dirty="0"/>
              <a:t>print(square(5))</a:t>
            </a:r>
            <a:endParaRPr lang="en-IN" dirty="0"/>
          </a:p>
          <a:p>
            <a:r>
              <a:rPr lang="en-US" dirty="0"/>
              <a:t>Output:</a:t>
            </a:r>
            <a:br>
              <a:rPr lang="en-US" dirty="0"/>
            </a:br>
            <a:r>
              <a:rPr lang="en-US" dirty="0"/>
              <a:t>25</a:t>
            </a:r>
            <a:endParaRPr lang="en-IN" dirty="0"/>
          </a:p>
          <a:p>
            <a:r>
              <a:rPr lang="en-US" dirty="0"/>
              <a:t>Lambda functions are commonly used for short operations, especially with functions such as map(), filter(), and sorted().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22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34</TotalTime>
  <Words>1263</Words>
  <Application>Microsoft Office PowerPoint</Application>
  <PresentationFormat>Widescreen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Common Python Interview Questions – Part 1 </vt:lpstr>
      <vt:lpstr>1. What is Python? What are its main features? </vt:lpstr>
      <vt:lpstr>2. What are variables in Python? How do you assign values? </vt:lpstr>
      <vt:lpstr>3. What are the different data types in Python? </vt:lpstr>
      <vt:lpstr>4. Difference between list, tuple, set, and dictionary? </vt:lpstr>
      <vt:lpstr>5. What is mutable vs immutable in Python? Give examples. </vt:lpstr>
      <vt:lpstr>6. What is indentation in Python and why is it required? </vt:lpstr>
      <vt:lpstr>7. What is the difference between == and =? </vt:lpstr>
      <vt:lpstr>8. What are functions? How do you define a function in Python? </vt:lpstr>
      <vt:lpstr>9. What is a module and a package? </vt:lpstr>
      <vt:lpstr>10. What is pip? How do you install a package? </vt:lpstr>
      <vt:lpstr>11. What are Python built-in functions? Name a few. </vt:lpstr>
      <vt:lpstr>12. What is a lambda function?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MDFAIZAN ALI</dc:creator>
  <cp:lastModifiedBy>MDFAIZAN ALI</cp:lastModifiedBy>
  <cp:revision>1</cp:revision>
  <dcterms:created xsi:type="dcterms:W3CDTF">2026-09-28T05:13:49Z</dcterms:created>
  <dcterms:modified xsi:type="dcterms:W3CDTF">2026-09-28T05:48:31Z</dcterms:modified>
</cp:coreProperties>
</file>