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23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6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78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19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38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641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563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16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8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7712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760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2891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431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341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039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34489-A643-4CF7-A7C4-26BFD10EE10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F18CB0C-D7A2-4138-9A99-EE01A0C154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3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5D42-1BDB-4314-E8B7-607105B884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Python Interview Questions – Part 2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01FB6-FD72-CA55-CC57-26140C5DC1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Beginner Level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07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06438-5CB4-780B-18D0-9BC60584E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1. What is exception handling? What are try, except, finally?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806DB-CFD2-F48D-7153-60B93A475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Exception handling is a way to handle runtime errors in a Python program without stopping the entire program.</a:t>
            </a:r>
            <a:endParaRPr lang="en-IN" dirty="0"/>
          </a:p>
          <a:p>
            <a:r>
              <a:rPr lang="en-US" dirty="0"/>
              <a:t>• try: Contains the code that may cause an error.</a:t>
            </a:r>
            <a:br>
              <a:rPr lang="en-US" dirty="0"/>
            </a:br>
            <a:r>
              <a:rPr lang="en-US" dirty="0"/>
              <a:t>• except: Handles the error if it occurs.</a:t>
            </a:r>
            <a:br>
              <a:rPr lang="en-US" dirty="0"/>
            </a:br>
            <a:r>
              <a:rPr lang="en-US" dirty="0"/>
              <a:t>• finally: Runs whether an error occurs or not.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try:</a:t>
            </a:r>
            <a:br>
              <a:rPr lang="en-US" dirty="0"/>
            </a:br>
            <a:r>
              <a:rPr lang="en-US" dirty="0"/>
              <a:t>    a = 10 / 0</a:t>
            </a:r>
            <a:br>
              <a:rPr lang="en-US" dirty="0"/>
            </a:br>
            <a:r>
              <a:rPr lang="en-US" dirty="0"/>
              <a:t>except </a:t>
            </a:r>
            <a:r>
              <a:rPr lang="en-US" dirty="0" err="1"/>
              <a:t>ZeroDivisionError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print("Cannot divide by zero")</a:t>
            </a:r>
            <a:br>
              <a:rPr lang="en-US" dirty="0"/>
            </a:br>
            <a:r>
              <a:rPr lang="en-US" dirty="0"/>
              <a:t>finally:</a:t>
            </a:r>
            <a:br>
              <a:rPr lang="en-US" dirty="0"/>
            </a:br>
            <a:r>
              <a:rPr lang="en-US" dirty="0"/>
              <a:t>    print("Program finished")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136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32F61-500C-4C9E-19F6-8876307A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Difference between break &amp; continue?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62159-140F-983B-BEE6-9276178D7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break stops the loop completely.</a:t>
            </a:r>
            <a:endParaRPr lang="en-IN" dirty="0"/>
          </a:p>
          <a:p>
            <a:r>
              <a:rPr lang="en-US" dirty="0"/>
              <a:t>continue skips the current iteration and moves to the next iteration.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  <a:br>
              <a:rPr lang="en-US" dirty="0"/>
            </a:br>
            <a:r>
              <a:rPr lang="en-US" dirty="0"/>
              <a:t>    if </a:t>
            </a:r>
            <a:r>
              <a:rPr lang="en-US" dirty="0" err="1"/>
              <a:t>i</a:t>
            </a:r>
            <a:r>
              <a:rPr lang="en-US" dirty="0"/>
              <a:t> == 3:</a:t>
            </a:r>
            <a:br>
              <a:rPr lang="en-US" dirty="0"/>
            </a:br>
            <a:r>
              <a:rPr lang="en-US" dirty="0"/>
              <a:t>        break</a:t>
            </a:r>
            <a:br>
              <a:rPr lang="en-US" dirty="0"/>
            </a:br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  <a:endParaRPr lang="en-IN" dirty="0"/>
          </a:p>
          <a:p>
            <a:r>
              <a:rPr lang="en-US" dirty="0"/>
              <a:t>The output is 0, 1, 2.</a:t>
            </a:r>
            <a:endParaRPr lang="en-IN" dirty="0"/>
          </a:p>
          <a:p>
            <a:r>
              <a:rPr lang="en-US" dirty="0"/>
              <a:t>Example of continue: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  <a:br>
              <a:rPr lang="en-US" dirty="0"/>
            </a:br>
            <a:r>
              <a:rPr lang="en-US" dirty="0"/>
              <a:t>    if </a:t>
            </a:r>
            <a:r>
              <a:rPr lang="en-US" dirty="0" err="1"/>
              <a:t>i</a:t>
            </a:r>
            <a:r>
              <a:rPr lang="en-US" dirty="0"/>
              <a:t> == 3:</a:t>
            </a:r>
            <a:br>
              <a:rPr lang="en-US" dirty="0"/>
            </a:br>
            <a:r>
              <a:rPr lang="en-US" dirty="0"/>
              <a:t>        continue</a:t>
            </a:r>
            <a:br>
              <a:rPr lang="en-US" dirty="0"/>
            </a:br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  <a:endParaRPr lang="en-IN" dirty="0"/>
          </a:p>
          <a:p>
            <a:r>
              <a:rPr lang="en-US" dirty="0"/>
              <a:t>The output is 0, 1, 2, 4.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744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09B4-2B7F-62A5-9CC8-4E22852C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 What are loops in Python? Difference between for and while?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3E9E-A302-74BA-4D01-EA4DB8CBC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loop is used to execute a block of code repeatedly.</a:t>
            </a:r>
            <a:endParaRPr lang="en-IN" dirty="0"/>
          </a:p>
          <a:p>
            <a:r>
              <a:rPr lang="en-US" dirty="0"/>
              <a:t>for loop: Used when we want to iterate over a sequence or a known range of values.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range(5):</a:t>
            </a:r>
            <a:br>
              <a:rPr lang="en-US" dirty="0"/>
            </a:br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  <a:endParaRPr lang="en-IN" dirty="0"/>
          </a:p>
          <a:p>
            <a:r>
              <a:rPr lang="en-US" dirty="0"/>
              <a:t>while loop: Used when a block should continue executing as long as a condition is true.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 err="1"/>
              <a:t>i</a:t>
            </a:r>
            <a:r>
              <a:rPr lang="en-US" dirty="0"/>
              <a:t> = 0</a:t>
            </a:r>
            <a:br>
              <a:rPr lang="en-US" dirty="0"/>
            </a:br>
            <a:r>
              <a:rPr lang="en-US" dirty="0"/>
              <a:t>while </a:t>
            </a:r>
            <a:r>
              <a:rPr lang="en-US" dirty="0" err="1"/>
              <a:t>i</a:t>
            </a:r>
            <a:r>
              <a:rPr lang="en-US" dirty="0"/>
              <a:t> &lt; 5:</a:t>
            </a:r>
            <a:br>
              <a:rPr lang="en-US" dirty="0"/>
            </a:br>
            <a:r>
              <a:rPr lang="en-US" dirty="0"/>
              <a:t>    print(</a:t>
            </a:r>
            <a:r>
              <a:rPr lang="en-US" dirty="0" err="1"/>
              <a:t>i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i</a:t>
            </a:r>
            <a:r>
              <a:rPr lang="en-US" dirty="0"/>
              <a:t> += 1</a:t>
            </a:r>
            <a:endParaRPr lang="en-IN" dirty="0"/>
          </a:p>
          <a:p>
            <a:r>
              <a:rPr lang="en-US" dirty="0"/>
              <a:t>Main difference: A for loop is commonly used for iterating over a sequence, while a while loop is condition-based.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400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9313B-49EB-2052-03DE-7EA0CA753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4. What is the difference between local and global variables?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8D85E-AA68-4109-0253-ED0ADDBFF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local variable is created inside a function and can normally be accessed only within that function.</a:t>
            </a:r>
            <a:endParaRPr lang="en-IN" dirty="0"/>
          </a:p>
          <a:p>
            <a:r>
              <a:rPr lang="en-US" dirty="0"/>
              <a:t>A global variable is defined outside a function and can be accessed from different parts of the program.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x = 10          # global variable</a:t>
            </a:r>
            <a:endParaRPr lang="en-IN" dirty="0"/>
          </a:p>
          <a:p>
            <a:r>
              <a:rPr lang="en-US" dirty="0"/>
              <a:t>def show():</a:t>
            </a:r>
            <a:br>
              <a:rPr lang="en-US" dirty="0"/>
            </a:br>
            <a:r>
              <a:rPr lang="en-US" dirty="0"/>
              <a:t>    y = 20      # local variable</a:t>
            </a:r>
            <a:br>
              <a:rPr lang="en-US" dirty="0"/>
            </a:br>
            <a:r>
              <a:rPr lang="en-US" dirty="0"/>
              <a:t>    print(x)</a:t>
            </a:r>
            <a:br>
              <a:rPr lang="en-US" dirty="0"/>
            </a:br>
            <a:r>
              <a:rPr lang="en-US" dirty="0"/>
              <a:t>    print(y)</a:t>
            </a:r>
            <a:endParaRPr lang="en-IN" dirty="0"/>
          </a:p>
          <a:p>
            <a:r>
              <a:rPr lang="en-US" dirty="0"/>
              <a:t>show()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51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3A08E-248C-D853-D716-0862BF506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5. What is OOP? Name basic OOP concepts in Python?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0B7E-47C1-B374-F05C-553F8A56C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OOP stands for Object-Oriented Programming. It is a programming approach based on classes and objects.</a:t>
            </a:r>
            <a:endParaRPr lang="en-IN" dirty="0"/>
          </a:p>
          <a:p>
            <a:r>
              <a:rPr lang="en-US" dirty="0"/>
              <a:t>The basic OOP concepts are:</a:t>
            </a:r>
            <a:br>
              <a:rPr lang="en-US" dirty="0"/>
            </a:br>
            <a:r>
              <a:rPr lang="en-US" dirty="0"/>
              <a:t>• Class</a:t>
            </a:r>
            <a:br>
              <a:rPr lang="en-US" dirty="0"/>
            </a:br>
            <a:r>
              <a:rPr lang="en-US" dirty="0"/>
              <a:t>• Object</a:t>
            </a:r>
            <a:br>
              <a:rPr lang="en-US" dirty="0"/>
            </a:br>
            <a:r>
              <a:rPr lang="en-US" dirty="0"/>
              <a:t>• Encapsulation</a:t>
            </a:r>
            <a:br>
              <a:rPr lang="en-US" dirty="0"/>
            </a:br>
            <a:r>
              <a:rPr lang="en-US" dirty="0"/>
              <a:t>• Inheritance</a:t>
            </a:r>
            <a:br>
              <a:rPr lang="en-US" dirty="0"/>
            </a:br>
            <a:r>
              <a:rPr lang="en-US" dirty="0"/>
              <a:t>• Polymorphism</a:t>
            </a:r>
            <a:br>
              <a:rPr lang="en-US" dirty="0"/>
            </a:br>
            <a:r>
              <a:rPr lang="en-US" dirty="0"/>
              <a:t>• Abstraction</a:t>
            </a:r>
            <a:endParaRPr lang="en-IN" dirty="0"/>
          </a:p>
          <a:p>
            <a:r>
              <a:rPr lang="en-US" dirty="0"/>
              <a:t>Python supports OOP and allows programs to be organized using classes and objects.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7DFFE-D039-49D9-2680-A7853935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What is a class and object?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44D7D-0390-12D7-23A6-E5790163C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class is a blueprint or template for creating objects. It defines data and methods.</a:t>
            </a:r>
            <a:endParaRPr lang="en-IN" dirty="0"/>
          </a:p>
          <a:p>
            <a:r>
              <a:rPr lang="en-US" dirty="0"/>
              <a:t>An object is an instance of a class.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class Student:</a:t>
            </a:r>
            <a:br>
              <a:rPr lang="en-US" dirty="0"/>
            </a:br>
            <a:r>
              <a:rPr lang="en-US" dirty="0"/>
              <a:t>    def display(self):</a:t>
            </a:r>
            <a:br>
              <a:rPr lang="en-US" dirty="0"/>
            </a:br>
            <a:r>
              <a:rPr lang="en-US" dirty="0"/>
              <a:t>        print("Student details")</a:t>
            </a:r>
            <a:endParaRPr lang="en-IN" dirty="0"/>
          </a:p>
          <a:p>
            <a:r>
              <a:rPr lang="en-US" dirty="0"/>
              <a:t>s1 = Student()</a:t>
            </a:r>
            <a:br>
              <a:rPr lang="en-US" dirty="0"/>
            </a:br>
            <a:r>
              <a:rPr lang="en-US" dirty="0"/>
              <a:t>s1.display()</a:t>
            </a:r>
            <a:endParaRPr lang="en-IN" dirty="0"/>
          </a:p>
          <a:p>
            <a:r>
              <a:rPr lang="en-US" dirty="0"/>
              <a:t>Here, Student is the class and s1 is an object of that class.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424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54803-E990-A8E4-D161-DD950D59A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7. What is __</a:t>
            </a:r>
            <a:r>
              <a:rPr lang="en-US" b="1" dirty="0" err="1"/>
              <a:t>init</a:t>
            </a:r>
            <a:r>
              <a:rPr lang="en-US" b="1" dirty="0"/>
              <a:t>__ method?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E1F7D-49C0-5EF8-6ED0-93331BF2C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 is a special method in Python that is automatically called when an object is created.</a:t>
            </a:r>
            <a:endParaRPr lang="en-IN" dirty="0"/>
          </a:p>
          <a:p>
            <a:r>
              <a:rPr lang="en-US" dirty="0"/>
              <a:t>It is commonly used to initialize the attributes of an object.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class Student:</a:t>
            </a:r>
            <a:br>
              <a:rPr lang="en-US" dirty="0"/>
            </a:b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name):</a:t>
            </a:r>
            <a:br>
              <a:rPr lang="en-US" dirty="0"/>
            </a:br>
            <a:r>
              <a:rPr lang="en-US" dirty="0"/>
              <a:t>        self.name = name</a:t>
            </a:r>
            <a:endParaRPr lang="en-IN" dirty="0"/>
          </a:p>
          <a:p>
            <a:r>
              <a:rPr lang="en-US" dirty="0"/>
              <a:t>s1 = Student("Ali")</a:t>
            </a:r>
            <a:br>
              <a:rPr lang="en-US" dirty="0"/>
            </a:br>
            <a:r>
              <a:rPr lang="en-US" dirty="0"/>
              <a:t>print(s1.name)</a:t>
            </a:r>
            <a:endParaRPr lang="en-IN" dirty="0"/>
          </a:p>
          <a:p>
            <a:r>
              <a:rPr lang="en-US" dirty="0"/>
              <a:t>Here, __</a:t>
            </a:r>
            <a:r>
              <a:rPr lang="en-US" dirty="0" err="1"/>
              <a:t>init</a:t>
            </a:r>
            <a:r>
              <a:rPr lang="en-US" dirty="0"/>
              <a:t>__ initializes the name attribute when the Student object is created.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448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56EF-71F6-4DA7-D8A0-3173A382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8. What is file handling in Python? How do you read/write a file?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D6DF-52BF-B862-0D01-97EE1C89C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File handling means creating, opening, reading, writing, and closing files using Python.</a:t>
            </a:r>
            <a:endParaRPr lang="en-IN" dirty="0"/>
          </a:p>
          <a:p>
            <a:r>
              <a:rPr lang="en-US" dirty="0"/>
              <a:t>Common modes:</a:t>
            </a:r>
            <a:br>
              <a:rPr lang="en-US" dirty="0"/>
            </a:br>
            <a:r>
              <a:rPr lang="en-US" dirty="0"/>
              <a:t>• r – read</a:t>
            </a:r>
            <a:br>
              <a:rPr lang="en-US" dirty="0"/>
            </a:br>
            <a:r>
              <a:rPr lang="en-US" dirty="0"/>
              <a:t>• w – write</a:t>
            </a:r>
            <a:br>
              <a:rPr lang="en-US" dirty="0"/>
            </a:br>
            <a:r>
              <a:rPr lang="en-US" dirty="0"/>
              <a:t>• a – append</a:t>
            </a:r>
            <a:br>
              <a:rPr lang="en-US" dirty="0"/>
            </a:br>
            <a:r>
              <a:rPr lang="en-US" dirty="0"/>
              <a:t>• x – create a new file</a:t>
            </a:r>
            <a:endParaRPr lang="en-IN" dirty="0"/>
          </a:p>
          <a:p>
            <a:r>
              <a:rPr lang="en-US" dirty="0"/>
              <a:t>Reading example:</a:t>
            </a:r>
            <a:br>
              <a:rPr lang="en-US" dirty="0"/>
            </a:br>
            <a:r>
              <a:rPr lang="en-US" dirty="0"/>
              <a:t>with open("data.txt", "r") as file:</a:t>
            </a:r>
            <a:br>
              <a:rPr lang="en-US" dirty="0"/>
            </a:br>
            <a:r>
              <a:rPr lang="en-US" dirty="0"/>
              <a:t>data = </a:t>
            </a:r>
            <a:r>
              <a:rPr lang="en-US" dirty="0" err="1"/>
              <a:t>file.read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    print(data)</a:t>
            </a:r>
            <a:endParaRPr lang="en-IN" dirty="0"/>
          </a:p>
          <a:p>
            <a:r>
              <a:rPr lang="en-US" dirty="0"/>
              <a:t>Writing example:</a:t>
            </a:r>
            <a:br>
              <a:rPr lang="en-US" dirty="0"/>
            </a:br>
            <a:r>
              <a:rPr lang="en-US" dirty="0"/>
              <a:t>with open("data.txt", "w") as file: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file.write</a:t>
            </a:r>
            <a:r>
              <a:rPr lang="en-US" dirty="0"/>
              <a:t>("Hello Python")</a:t>
            </a:r>
            <a:endParaRPr lang="en-IN" dirty="0"/>
          </a:p>
          <a:p>
            <a:r>
              <a:rPr lang="en-US" dirty="0"/>
              <a:t>Using with automatically handles closing the file after the operation.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5765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F53AB-5D68-D797-D553-474817A5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9. What is user defined method? Give an example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5D5C6-77DC-70B9-7CE8-BFF482005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user-defined method is a method created by the programmer inside a class to perform a specific task.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class Student:</a:t>
            </a:r>
            <a:br>
              <a:rPr lang="en-US" dirty="0"/>
            </a:br>
            <a:r>
              <a:rPr lang="en-US" dirty="0"/>
              <a:t>    def display(self):</a:t>
            </a:r>
            <a:br>
              <a:rPr lang="en-US" dirty="0"/>
            </a:br>
            <a:r>
              <a:rPr lang="en-US" dirty="0"/>
              <a:t>        print("Student information")</a:t>
            </a:r>
            <a:endParaRPr lang="en-IN" dirty="0"/>
          </a:p>
          <a:p>
            <a:r>
              <a:rPr lang="en-US" dirty="0"/>
              <a:t>s1 = Student()</a:t>
            </a:r>
            <a:br>
              <a:rPr lang="en-US" dirty="0"/>
            </a:br>
            <a:r>
              <a:rPr lang="en-US" dirty="0"/>
              <a:t>s1.display()</a:t>
            </a:r>
            <a:endParaRPr lang="en-IN" dirty="0"/>
          </a:p>
          <a:p>
            <a:r>
              <a:rPr lang="en-US" dirty="0"/>
              <a:t>Here, display() is a user-defined method created by the programmer.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6922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6477-D3BF-A99D-8264-EF1AB306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10. What is the difference between set and dictionary?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C5A32-3C88-2D7A-8B39-45188332F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set is an unordered collection of unique values.</a:t>
            </a:r>
            <a:endParaRPr lang="en-IN" dirty="0"/>
          </a:p>
          <a:p>
            <a:r>
              <a:rPr lang="en-US" dirty="0"/>
              <a:t>A dictionary is a collection of key-value pairs.</a:t>
            </a:r>
            <a:endParaRPr lang="en-IN" dirty="0"/>
          </a:p>
          <a:p>
            <a:r>
              <a:rPr lang="en-US" dirty="0"/>
              <a:t>Set example:</a:t>
            </a:r>
            <a:br>
              <a:rPr lang="en-US" dirty="0"/>
            </a:br>
            <a:r>
              <a:rPr lang="en-US" dirty="0"/>
              <a:t>numbers = {10, 20, 30}</a:t>
            </a:r>
            <a:endParaRPr lang="en-IN" dirty="0"/>
          </a:p>
          <a:p>
            <a:r>
              <a:rPr lang="en-US" dirty="0"/>
              <a:t>Dictionary example:</a:t>
            </a:r>
            <a:br>
              <a:rPr lang="en-US" dirty="0"/>
            </a:br>
            <a:r>
              <a:rPr lang="en-US" dirty="0"/>
              <a:t>student = {"name": "Ali", "age": 20}</a:t>
            </a:r>
            <a:endParaRPr lang="en-IN" dirty="0"/>
          </a:p>
          <a:p>
            <a:r>
              <a:rPr lang="en-US" dirty="0"/>
              <a:t>Main difference:</a:t>
            </a:r>
            <a:br>
              <a:rPr lang="en-US" dirty="0"/>
            </a:br>
            <a:r>
              <a:rPr lang="en-US" dirty="0"/>
              <a:t>• Set stores unique values.</a:t>
            </a:r>
            <a:br>
              <a:rPr lang="en-US" dirty="0"/>
            </a:br>
            <a:r>
              <a:rPr lang="en-US" dirty="0"/>
              <a:t>• Dictionary stores data as key-value pairs.</a:t>
            </a:r>
            <a:br>
              <a:rPr lang="en-US" dirty="0"/>
            </a:br>
            <a:r>
              <a:rPr lang="en-US" dirty="0"/>
              <a:t>• Sets do not use keys.</a:t>
            </a:r>
            <a:br>
              <a:rPr lang="en-US" dirty="0"/>
            </a:br>
            <a:r>
              <a:rPr lang="en-US" dirty="0"/>
              <a:t>• Dictionaries are accessed using keys.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7342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965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Common Python Interview Questions – Part 2 </vt:lpstr>
      <vt:lpstr>1. What is exception handling? What are try, except, finally? </vt:lpstr>
      <vt:lpstr>2. Difference between break &amp; continue? </vt:lpstr>
      <vt:lpstr>3. What are loops in Python? Difference between for and while? </vt:lpstr>
      <vt:lpstr>4. What is the difference between local and global variables? </vt:lpstr>
      <vt:lpstr>5. What is OOP? Name basic OOP concepts in Python? </vt:lpstr>
      <vt:lpstr>6. What is a class and object? </vt:lpstr>
      <vt:lpstr>7. What is __init__ method? </vt:lpstr>
      <vt:lpstr>8. What is file handling in Python? How do you read/write a file? </vt:lpstr>
      <vt:lpstr>9. What is user defined method? Give an example </vt:lpstr>
      <vt:lpstr>10. What is the difference between set and dictionary?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MDFAIZAN ALI</dc:creator>
  <cp:lastModifiedBy>MDFAIZAN ALI</cp:lastModifiedBy>
  <cp:revision>1</cp:revision>
  <dcterms:created xsi:type="dcterms:W3CDTF">2026-09-28T05:56:23Z</dcterms:created>
  <dcterms:modified xsi:type="dcterms:W3CDTF">2026-09-28T05:56:58Z</dcterms:modified>
</cp:coreProperties>
</file>