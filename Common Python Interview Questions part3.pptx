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720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129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507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165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770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913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00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338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02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21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12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ADBC375-B983-4EF2-A8C5-579776A8D536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A389543-9CB6-4804-9B76-683662B4C11D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12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43E20-2E22-EEF9-ADCF-9F448DED1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Python/AI/ML Interview Questions – Part 3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8922A8-BFBE-E110-1932-FE28F0FE17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Intermediate Level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9109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7C6D-0C9F-AC5C-990D-276F3C38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What is Machine Learning, and how is it different from traditional programming in Python?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BCE64-6E36-7C6D-2C36-3E612DBD6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Machine Learning (ML) is a branch of Artificial Intelligence that allows computers to learn patterns from data and make predictions or decisions without being explicitly programmed for every situation.</a:t>
            </a:r>
            <a:endParaRPr lang="en-IN" dirty="0"/>
          </a:p>
          <a:p>
            <a:r>
              <a:rPr lang="en-US" dirty="0"/>
              <a:t>In traditional programming, the programmer provides rules and data, and the computer produces the output.</a:t>
            </a:r>
            <a:endParaRPr lang="en-IN" dirty="0"/>
          </a:p>
          <a:p>
            <a:r>
              <a:rPr lang="en-US" dirty="0"/>
              <a:t>Traditional Programming:</a:t>
            </a:r>
            <a:br>
              <a:rPr lang="en-US" dirty="0"/>
            </a:br>
            <a:r>
              <a:rPr lang="en-US" dirty="0"/>
              <a:t>Rules + Data → Output</a:t>
            </a:r>
            <a:endParaRPr lang="en-IN" dirty="0"/>
          </a:p>
          <a:p>
            <a:r>
              <a:rPr lang="en-US" dirty="0"/>
              <a:t>Machine Learning:</a:t>
            </a:r>
            <a:br>
              <a:rPr lang="en-US" dirty="0"/>
            </a:br>
            <a:r>
              <a:rPr lang="en-US" dirty="0"/>
              <a:t>Data + Expected Results → Model → Predictions</a:t>
            </a:r>
            <a:endParaRPr lang="en-IN" dirty="0"/>
          </a:p>
          <a:p>
            <a:r>
              <a:rPr lang="en-US" dirty="0"/>
              <a:t>Example: In Python, a traditional program may use fixed rules to determine whether an email is spam. A Machine Learning model can learn spam patterns from previously labeled emails and predict whether a new email is spam.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0429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DAB4-F1E5-2C12-132E-A2E060C45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What are the different types of Machine Learning? Explain with Python-related 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D9617-0E5A-E696-D389-A3D228C0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three common types of Machine Learning are:</a:t>
            </a:r>
            <a:endParaRPr lang="en-IN" dirty="0"/>
          </a:p>
          <a:p>
            <a:r>
              <a:rPr lang="en-US" dirty="0"/>
              <a:t>1. Supervised Learning – The model learns from labeled data.</a:t>
            </a:r>
            <a:br>
              <a:rPr lang="en-US" dirty="0"/>
            </a:br>
            <a:r>
              <a:rPr lang="en-US" dirty="0"/>
              <a:t>   Example: Using scikit-learn to predict house prices from features such as area and number of rooms.</a:t>
            </a:r>
            <a:endParaRPr lang="en-IN" dirty="0"/>
          </a:p>
          <a:p>
            <a:r>
              <a:rPr lang="en-US" dirty="0"/>
              <a:t>2. Unsupervised Learning – The model finds patterns or groups in data without labeled answers.</a:t>
            </a:r>
            <a:br>
              <a:rPr lang="en-US" dirty="0"/>
            </a:br>
            <a:r>
              <a:rPr lang="en-US" dirty="0"/>
              <a:t>   Example: Using </a:t>
            </a:r>
            <a:r>
              <a:rPr lang="en-US" dirty="0" err="1"/>
              <a:t>KMeans</a:t>
            </a:r>
            <a:r>
              <a:rPr lang="en-US" dirty="0"/>
              <a:t> from scikit-learn to group customers based on purchasing behavior.</a:t>
            </a:r>
            <a:endParaRPr lang="en-IN" dirty="0"/>
          </a:p>
          <a:p>
            <a:r>
              <a:rPr lang="en-US" dirty="0"/>
              <a:t>3. Reinforcement Learning – An agent learns by interacting with an environment and receiving rewards or penalties.</a:t>
            </a:r>
            <a:br>
              <a:rPr lang="en-US" dirty="0"/>
            </a:br>
            <a:r>
              <a:rPr lang="en-US" dirty="0"/>
              <a:t>   Example: A Python-based game agent learning which actions produce higher rewards.</a:t>
            </a:r>
            <a:endParaRPr lang="en-IN" dirty="0"/>
          </a:p>
          <a:p>
            <a:r>
              <a:rPr lang="en-US" dirty="0"/>
              <a:t>Common Python libraries such as NumPy, Pandas, and scikit-learn are frequently used in ML projects.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196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764D-561F-18EF-E7BE-0E1A2C380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What is the difference between Supervised and Unsupervised Learning in Python?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D841F-A0B3-4E2C-CC11-600C0BE8B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Supervised Learning uses labeled data, meaning the correct target/output is already known.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 dataset contains house size and the actual house price. A model learns to predict the price of a new house.</a:t>
            </a:r>
            <a:endParaRPr lang="en-IN" dirty="0"/>
          </a:p>
          <a:p>
            <a:r>
              <a:rPr lang="en-US" dirty="0"/>
              <a:t>Unsupervised Learning uses data without predefined target labels.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Customer data can be grouped into similar customer segments using clustering.</a:t>
            </a:r>
            <a:endParaRPr lang="en-IN" dirty="0"/>
          </a:p>
          <a:p>
            <a:r>
              <a:rPr lang="en-US" dirty="0"/>
              <a:t>Main difference:</a:t>
            </a:r>
            <a:br>
              <a:rPr lang="en-US" dirty="0"/>
            </a:br>
            <a:r>
              <a:rPr lang="en-US" dirty="0"/>
              <a:t>• Supervised: labeled data → learn to predict a target.</a:t>
            </a:r>
            <a:br>
              <a:rPr lang="en-US" dirty="0"/>
            </a:br>
            <a:r>
              <a:rPr lang="en-US" dirty="0"/>
              <a:t>• Unsupervised: unlabeled data → discover patterns or groups.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893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2A9E7-282C-D1BF-6232-16A929653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4. Which Python libraries are commonly used in Machine Learning? Explain the role of each.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86410-FE71-DF6A-3B53-C088833DE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Common Python libraries used in Machine Learning include:</a:t>
            </a:r>
            <a:endParaRPr lang="en-IN" dirty="0"/>
          </a:p>
          <a:p>
            <a:r>
              <a:rPr lang="en-US" dirty="0"/>
              <a:t>• NumPy – Provides arrays and fast numerical operations.</a:t>
            </a:r>
            <a:br>
              <a:rPr lang="en-US" dirty="0"/>
            </a:br>
            <a:r>
              <a:rPr lang="en-US" dirty="0"/>
              <a:t>• Pandas – Used for data loading, cleaning, transformation, and analysis.</a:t>
            </a:r>
            <a:br>
              <a:rPr lang="en-US" dirty="0"/>
            </a:br>
            <a:r>
              <a:rPr lang="en-US" dirty="0"/>
              <a:t>• Matplotlib – Used to create charts and visualizations.</a:t>
            </a:r>
            <a:br>
              <a:rPr lang="en-US" dirty="0"/>
            </a:br>
            <a:r>
              <a:rPr lang="en-US" dirty="0"/>
              <a:t>• Seaborn – Provides statistical data visualizations.</a:t>
            </a:r>
            <a:br>
              <a:rPr lang="en-US" dirty="0"/>
            </a:br>
            <a:r>
              <a:rPr lang="en-US" dirty="0"/>
              <a:t>• Scikit-learn – Provides algorithms for classification, regression, clustering, preprocessing, model selection, and evaluation.</a:t>
            </a:r>
            <a:br>
              <a:rPr lang="en-US" dirty="0"/>
            </a:br>
            <a:r>
              <a:rPr lang="en-US" dirty="0"/>
              <a:t>• TensorFlow – Used for developing and training machine learning and deep learning models.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PyTorch</a:t>
            </a:r>
            <a:r>
              <a:rPr lang="en-US" dirty="0"/>
              <a:t> – A popular framework for machine learning and deep learning, especially for neural networks and research.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68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CD95-910E-D531-1068-85FE30DE6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5. What is NumPy and why is it important in Machine Learning?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48BEB-9775-971D-3AB3-FA73F361A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NumPy stands for Numerical Python. It provides powerful arrays and mathematical functions for numerical computing.</a:t>
            </a:r>
            <a:endParaRPr lang="en-IN" dirty="0"/>
          </a:p>
          <a:p>
            <a:r>
              <a:rPr lang="en-US" dirty="0"/>
              <a:t>NumPy is important in Machine Learning because it:</a:t>
            </a:r>
            <a:br>
              <a:rPr lang="en-US" dirty="0"/>
            </a:br>
            <a:r>
              <a:rPr lang="en-US" dirty="0"/>
              <a:t>• Handles numerical data efficiently.</a:t>
            </a:r>
            <a:br>
              <a:rPr lang="en-US" dirty="0"/>
            </a:br>
            <a:r>
              <a:rPr lang="en-US" dirty="0"/>
              <a:t>• Provides multidimensional arrays.</a:t>
            </a:r>
            <a:br>
              <a:rPr lang="en-US" dirty="0"/>
            </a:br>
            <a:r>
              <a:rPr lang="en-US" dirty="0"/>
              <a:t>• Supports mathematical and statistical operations.</a:t>
            </a:r>
            <a:br>
              <a:rPr lang="en-US" dirty="0"/>
            </a:br>
            <a:r>
              <a:rPr lang="en-US" dirty="0"/>
              <a:t>• Performs vectorized calculations efficiently.</a:t>
            </a:r>
            <a:br>
              <a:rPr lang="en-US" dirty="0"/>
            </a:br>
            <a:r>
              <a:rPr lang="en-US" dirty="0"/>
              <a:t>• Forms a foundation for many Python data science and ML libraries.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  <a:endParaRPr lang="en-IN" dirty="0"/>
          </a:p>
          <a:p>
            <a:r>
              <a:rPr lang="en-US" dirty="0"/>
              <a:t>data = </a:t>
            </a:r>
            <a:r>
              <a:rPr lang="en-US" dirty="0" err="1"/>
              <a:t>np.array</a:t>
            </a:r>
            <a:r>
              <a:rPr lang="en-US" dirty="0"/>
              <a:t>([10, 20, 30, 40])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data.mean</a:t>
            </a:r>
            <a:r>
              <a:rPr lang="en-US" dirty="0"/>
              <a:t>())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374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ED9C-E768-0BC2-0AAE-E645C053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6. What is Pandas and how is it used for data preprocessing in Python?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B2A43-F930-0867-63C6-C1F643D5D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Pandas is a Python library used for data manipulation and analysis. Its main structures are Series and </a:t>
            </a:r>
            <a:r>
              <a:rPr lang="en-US" dirty="0" err="1"/>
              <a:t>DataFrame</a:t>
            </a:r>
            <a:r>
              <a:rPr lang="en-US" dirty="0"/>
              <a:t>.</a:t>
            </a:r>
            <a:endParaRPr lang="en-IN" dirty="0"/>
          </a:p>
          <a:p>
            <a:r>
              <a:rPr lang="en-US" dirty="0"/>
              <a:t>In Machine Learning, Pandas can be used to:</a:t>
            </a:r>
            <a:br>
              <a:rPr lang="en-US" dirty="0"/>
            </a:br>
            <a:r>
              <a:rPr lang="en-US" dirty="0"/>
              <a:t>• Read CSV and Excel files.</a:t>
            </a:r>
            <a:br>
              <a:rPr lang="en-US" dirty="0"/>
            </a:br>
            <a:r>
              <a:rPr lang="en-US" dirty="0"/>
              <a:t>• Handle missing values.</a:t>
            </a:r>
            <a:br>
              <a:rPr lang="en-US" dirty="0"/>
            </a:br>
            <a:r>
              <a:rPr lang="en-US" dirty="0"/>
              <a:t>• Remove duplicate records.</a:t>
            </a:r>
            <a:br>
              <a:rPr lang="en-US" dirty="0"/>
            </a:br>
            <a:r>
              <a:rPr lang="en-US" dirty="0"/>
              <a:t>• Filter and transform data.</a:t>
            </a:r>
            <a:br>
              <a:rPr lang="en-US" dirty="0"/>
            </a:br>
            <a:r>
              <a:rPr lang="en-US" dirty="0"/>
              <a:t>• Select features and columns.</a:t>
            </a:r>
            <a:br>
              <a:rPr lang="en-US" dirty="0"/>
            </a:br>
            <a:r>
              <a:rPr lang="en-US" dirty="0"/>
              <a:t>• Convert data into a suitable format for ML models.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import pandas as pd</a:t>
            </a:r>
            <a:endParaRPr lang="en-IN" dirty="0"/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pd.read_csv</a:t>
            </a:r>
            <a:r>
              <a:rPr lang="en-US" dirty="0"/>
              <a:t>("data.csv")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df.drop_duplicates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df.fillna</a:t>
            </a:r>
            <a:r>
              <a:rPr lang="en-US" dirty="0"/>
              <a:t>(0)</a:t>
            </a:r>
            <a:endParaRPr lang="en-IN" dirty="0"/>
          </a:p>
          <a:p>
            <a:r>
              <a:rPr lang="en-US" dirty="0"/>
              <a:t>Here, Pandas is used to load and clean the dataset before model training.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656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0FC2-DE1F-D73F-9675-7FE90041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7. What is Scikit-learn and how do you use it to build a simple model?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1E5C5-C0D4-4C41-585E-FD1082812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Scikit-learn is a Python machine learning library that provides tools for preprocessing, training models, evaluating models, and selecting useful algorithms.</a:t>
            </a:r>
            <a:endParaRPr lang="en-IN" dirty="0"/>
          </a:p>
          <a:p>
            <a:r>
              <a:rPr lang="en-US" dirty="0"/>
              <a:t>Basic example: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sklearn.model_selection</a:t>
            </a:r>
            <a:r>
              <a:rPr lang="en-US" dirty="0"/>
              <a:t> import </a:t>
            </a:r>
            <a:r>
              <a:rPr lang="en-US" dirty="0" err="1"/>
              <a:t>train_test_split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sklearn.linear_model</a:t>
            </a:r>
            <a:r>
              <a:rPr lang="en-US" dirty="0"/>
              <a:t> import </a:t>
            </a:r>
            <a:r>
              <a:rPr lang="en-US" dirty="0" err="1"/>
              <a:t>LinearRegression</a:t>
            </a:r>
            <a:endParaRPr lang="en-IN" dirty="0"/>
          </a:p>
          <a:p>
            <a:r>
              <a:rPr lang="en-US" dirty="0"/>
              <a:t>X = [[1], [2], [3], [4]]</a:t>
            </a:r>
            <a:br>
              <a:rPr lang="en-US" dirty="0"/>
            </a:br>
            <a:r>
              <a:rPr lang="en-US" dirty="0"/>
              <a:t>y = [2, 4, 6, 8]</a:t>
            </a:r>
            <a:endParaRPr lang="en-IN" dirty="0"/>
          </a:p>
          <a:p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</a:t>
            </a:r>
            <a:r>
              <a:rPr lang="en-US" dirty="0" err="1"/>
              <a:t>y_test</a:t>
            </a:r>
            <a:r>
              <a:rPr lang="en-US" dirty="0"/>
              <a:t> = </a:t>
            </a:r>
            <a:r>
              <a:rPr lang="en-US" dirty="0" err="1"/>
              <a:t>train_test_split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    X, y, </a:t>
            </a:r>
            <a:r>
              <a:rPr lang="en-US" dirty="0" err="1"/>
              <a:t>test_size</a:t>
            </a:r>
            <a:r>
              <a:rPr lang="en-US" dirty="0"/>
              <a:t>=0.25, </a:t>
            </a:r>
            <a:r>
              <a:rPr lang="en-US" dirty="0" err="1"/>
              <a:t>random_state</a:t>
            </a:r>
            <a:r>
              <a:rPr lang="en-US" dirty="0"/>
              <a:t>=42</a:t>
            </a:r>
            <a:br>
              <a:rPr lang="en-US" dirty="0"/>
            </a:br>
            <a:r>
              <a:rPr lang="en-US" dirty="0"/>
              <a:t>)</a:t>
            </a:r>
            <a:endParaRPr lang="en-IN" dirty="0"/>
          </a:p>
          <a:p>
            <a:r>
              <a:rPr lang="en-US" dirty="0"/>
              <a:t>model = </a:t>
            </a:r>
            <a:r>
              <a:rPr lang="en-US" dirty="0" err="1"/>
              <a:t>LinearRegression</a:t>
            </a:r>
            <a:r>
              <a:rPr lang="en-US" dirty="0"/>
              <a:t>()</a:t>
            </a:r>
            <a:br>
              <a:rPr lang="en-US" dirty="0"/>
            </a:br>
            <a:r>
              <a:rPr lang="en-US" dirty="0" err="1"/>
              <a:t>model.fit</a:t>
            </a:r>
            <a:r>
              <a:rPr lang="en-US" dirty="0"/>
              <a:t>(</a:t>
            </a:r>
            <a:r>
              <a:rPr lang="en-US" dirty="0" err="1"/>
              <a:t>X_train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)</a:t>
            </a:r>
            <a:endParaRPr lang="en-IN" dirty="0"/>
          </a:p>
          <a:p>
            <a:r>
              <a:rPr lang="en-US" dirty="0"/>
              <a:t>prediction = </a:t>
            </a:r>
            <a:r>
              <a:rPr lang="en-US" dirty="0" err="1"/>
              <a:t>model.predict</a:t>
            </a:r>
            <a:r>
              <a:rPr lang="en-US" dirty="0"/>
              <a:t>(</a:t>
            </a:r>
            <a:r>
              <a:rPr lang="en-US" dirty="0" err="1"/>
              <a:t>X_test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print(prediction)</a:t>
            </a:r>
            <a:endParaRPr lang="en-IN" dirty="0"/>
          </a:p>
          <a:p>
            <a:r>
              <a:rPr lang="en-US" dirty="0"/>
              <a:t>The general process is to prepare data, split it into training and testing sets, create a model, train it using fit(), and make predictions using predict().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25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65EAB-E516-3128-BBF8-7C8FD9FD7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 What is the difference between classification and regression? Give Python use cases.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A9ECB-F0E9-74B5-B1D4-B449A06D8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Classification and regression are supervised learning tasks.</a:t>
            </a:r>
            <a:endParaRPr lang="en-IN" dirty="0"/>
          </a:p>
          <a:p>
            <a:r>
              <a:rPr lang="en-US" dirty="0"/>
              <a:t>Classification predicts a category or class.</a:t>
            </a:r>
            <a:endParaRPr lang="en-IN" dirty="0"/>
          </a:p>
          <a:p>
            <a:r>
              <a:rPr lang="en-US" dirty="0"/>
              <a:t>Examples:</a:t>
            </a:r>
            <a:br>
              <a:rPr lang="en-US" dirty="0"/>
            </a:br>
            <a:r>
              <a:rPr lang="en-US" dirty="0"/>
              <a:t>• Predict whether an email is spam or not spam.</a:t>
            </a:r>
            <a:br>
              <a:rPr lang="en-US" dirty="0"/>
            </a:br>
            <a:r>
              <a:rPr lang="en-US" dirty="0"/>
              <a:t>• Predict whether a customer will leave or stay.</a:t>
            </a:r>
            <a:br>
              <a:rPr lang="en-US" dirty="0"/>
            </a:br>
            <a:r>
              <a:rPr lang="en-US" dirty="0"/>
              <a:t>• Recognize whether an image contains a cat or dog.</a:t>
            </a:r>
            <a:endParaRPr lang="en-IN" dirty="0"/>
          </a:p>
          <a:p>
            <a:r>
              <a:rPr lang="en-US" dirty="0"/>
              <a:t>Regression predicts a numerical value.</a:t>
            </a:r>
            <a:endParaRPr lang="en-IN" dirty="0"/>
          </a:p>
          <a:p>
            <a:r>
              <a:rPr lang="en-US" dirty="0"/>
              <a:t>Examples:</a:t>
            </a:r>
            <a:br>
              <a:rPr lang="en-US" dirty="0"/>
            </a:br>
            <a:r>
              <a:rPr lang="en-US" dirty="0"/>
              <a:t>• Predict house price.</a:t>
            </a:r>
            <a:br>
              <a:rPr lang="en-US" dirty="0"/>
            </a:br>
            <a:r>
              <a:rPr lang="en-US" dirty="0"/>
              <a:t>• Predict employee salary.</a:t>
            </a:r>
            <a:br>
              <a:rPr lang="en-US" dirty="0"/>
            </a:br>
            <a:r>
              <a:rPr lang="en-US" dirty="0"/>
              <a:t>• Predict monthly sales.</a:t>
            </a:r>
            <a:endParaRPr lang="en-IN" dirty="0"/>
          </a:p>
          <a:p>
            <a:r>
              <a:rPr lang="en-US" dirty="0"/>
              <a:t>In Python, scikit-learn provides algorithms such as LogisticRegression and </a:t>
            </a:r>
            <a:r>
              <a:rPr lang="en-US" dirty="0" err="1"/>
              <a:t>DecisionTreeClassifier</a:t>
            </a:r>
            <a:r>
              <a:rPr lang="en-US" dirty="0"/>
              <a:t> for classification, and </a:t>
            </a:r>
            <a:r>
              <a:rPr lang="en-US" dirty="0" err="1"/>
              <a:t>LinearRegression</a:t>
            </a:r>
            <a:r>
              <a:rPr lang="en-US" dirty="0"/>
              <a:t> and </a:t>
            </a:r>
            <a:r>
              <a:rPr lang="en-US" dirty="0" err="1"/>
              <a:t>RandomForestRegressor</a:t>
            </a:r>
            <a:r>
              <a:rPr lang="en-US" dirty="0"/>
              <a:t> for regression.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5063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93C4-A894-83CC-E409-37B2AC01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9. What is overfitting in Machine Learning, and how can it be handled in Python?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50653-8625-E644-7992-27AB5635B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Overfitting occurs when a model learns the training data too closely, including noise or unusual patterns, and therefore performs poorly on new, unseen data.</a:t>
            </a:r>
            <a:endParaRPr lang="en-IN" dirty="0"/>
          </a:p>
          <a:p>
            <a:r>
              <a:rPr lang="en-US" dirty="0"/>
              <a:t>Signs of overfitting can include very good training performance but significantly worse testing or validation performance.</a:t>
            </a:r>
            <a:endParaRPr lang="en-IN" dirty="0"/>
          </a:p>
          <a:p>
            <a:r>
              <a:rPr lang="en-US" dirty="0"/>
              <a:t>Ways to reduce overfitting include:</a:t>
            </a:r>
            <a:br>
              <a:rPr lang="en-US" dirty="0"/>
            </a:br>
            <a:r>
              <a:rPr lang="en-US" dirty="0"/>
              <a:t>• Use more training data.</a:t>
            </a:r>
            <a:br>
              <a:rPr lang="en-US" dirty="0"/>
            </a:br>
            <a:r>
              <a:rPr lang="en-US" dirty="0"/>
              <a:t>• Reduce model complexity.</a:t>
            </a:r>
            <a:br>
              <a:rPr lang="en-US" dirty="0"/>
            </a:br>
            <a:r>
              <a:rPr lang="en-US" dirty="0"/>
              <a:t>• Use cross-validation.</a:t>
            </a:r>
            <a:br>
              <a:rPr lang="en-US" dirty="0"/>
            </a:br>
            <a:r>
              <a:rPr lang="en-US" dirty="0"/>
              <a:t>• Apply regularization.</a:t>
            </a:r>
            <a:br>
              <a:rPr lang="en-US" dirty="0"/>
            </a:br>
            <a:r>
              <a:rPr lang="en-US" dirty="0"/>
              <a:t>• Use feature selection.</a:t>
            </a:r>
            <a:br>
              <a:rPr lang="en-US" dirty="0"/>
            </a:br>
            <a:r>
              <a:rPr lang="en-US" dirty="0"/>
              <a:t>• Use pruning for suitable tree models.</a:t>
            </a:r>
            <a:br>
              <a:rPr lang="en-US" dirty="0"/>
            </a:br>
            <a:r>
              <a:rPr lang="en-US" dirty="0"/>
              <a:t>• Use early stopping for some iterative models.</a:t>
            </a:r>
            <a:endParaRPr lang="en-IN" dirty="0"/>
          </a:p>
          <a:p>
            <a:r>
              <a:rPr lang="en-US" dirty="0"/>
              <a:t>In Python, scikit-learn provides tools such as </a:t>
            </a:r>
            <a:r>
              <a:rPr lang="en-US" dirty="0" err="1"/>
              <a:t>train_test_split</a:t>
            </a:r>
            <a:r>
              <a:rPr lang="en-US" dirty="0"/>
              <a:t>, cross-validation utilities, regularized models, and model-selection techniques to help detect and control overfitting.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2843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AA50D-CB66-2B17-9F47-32EE70093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10. Write the steps to build a basic Machine Learning model in Python.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0CB0-9FCF-7605-C586-4594A51E2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basic steps are:</a:t>
            </a:r>
            <a:endParaRPr lang="en-IN" dirty="0"/>
          </a:p>
          <a:p>
            <a:r>
              <a:rPr lang="en-US" dirty="0"/>
              <a:t>1. Define the problem and the target to predict.</a:t>
            </a:r>
            <a:br>
              <a:rPr lang="en-US" dirty="0"/>
            </a:br>
            <a:r>
              <a:rPr lang="en-US" dirty="0"/>
              <a:t>2. Collect the required data.</a:t>
            </a:r>
            <a:br>
              <a:rPr lang="en-US" dirty="0"/>
            </a:br>
            <a:r>
              <a:rPr lang="en-US" dirty="0"/>
              <a:t>3. Load the data using Pandas or another suitable method.</a:t>
            </a:r>
            <a:br>
              <a:rPr lang="en-US" dirty="0"/>
            </a:br>
            <a:r>
              <a:rPr lang="en-US" dirty="0"/>
              <a:t>4. Explore and understand the data.</a:t>
            </a:r>
            <a:br>
              <a:rPr lang="en-US" dirty="0"/>
            </a:br>
            <a:r>
              <a:rPr lang="en-US" dirty="0"/>
              <a:t>5. Clean the data and handle missing or incorrect values.</a:t>
            </a:r>
            <a:br>
              <a:rPr lang="en-US" dirty="0"/>
            </a:br>
            <a:r>
              <a:rPr lang="en-US" dirty="0"/>
              <a:t>6. Select useful features and the target variable.</a:t>
            </a:r>
            <a:br>
              <a:rPr lang="en-US" dirty="0"/>
            </a:br>
            <a:r>
              <a:rPr lang="en-US" dirty="0"/>
              <a:t>7. Split the data into training and testing sets.</a:t>
            </a:r>
            <a:br>
              <a:rPr lang="en-US" dirty="0"/>
            </a:br>
            <a:r>
              <a:rPr lang="en-US" dirty="0"/>
              <a:t>8. Preprocess or scale features when required.</a:t>
            </a:r>
            <a:br>
              <a:rPr lang="en-US" dirty="0"/>
            </a:br>
            <a:r>
              <a:rPr lang="en-US" dirty="0"/>
              <a:t>9. Select an appropriate Machine Learning algorithm.</a:t>
            </a:r>
            <a:br>
              <a:rPr lang="en-US" dirty="0"/>
            </a:br>
            <a:r>
              <a:rPr lang="en-US" dirty="0"/>
              <a:t>10. Create and train the model using fit().</a:t>
            </a:r>
            <a:br>
              <a:rPr lang="en-US" dirty="0"/>
            </a:br>
            <a:r>
              <a:rPr lang="en-US" dirty="0"/>
              <a:t>11. Make predictions using predict().</a:t>
            </a:r>
            <a:br>
              <a:rPr lang="en-US" dirty="0"/>
            </a:br>
            <a:r>
              <a:rPr lang="en-US" dirty="0"/>
              <a:t>12. Evaluate the model using suitable metrics.</a:t>
            </a:r>
            <a:br>
              <a:rPr lang="en-US" dirty="0"/>
            </a:br>
            <a:r>
              <a:rPr lang="en-US" dirty="0"/>
              <a:t>13. Tune the model if necessary.</a:t>
            </a:r>
            <a:br>
              <a:rPr lang="en-US" dirty="0"/>
            </a:br>
            <a:r>
              <a:rPr lang="en-US" dirty="0"/>
              <a:t>14. Test the final model on unseen data.</a:t>
            </a:r>
            <a:br>
              <a:rPr lang="en-US" dirty="0"/>
            </a:br>
            <a:r>
              <a:rPr lang="en-US" dirty="0"/>
              <a:t>15. Save and deploy the model if required.</a:t>
            </a:r>
            <a:endParaRPr lang="en-IN" dirty="0"/>
          </a:p>
          <a:p>
            <a:r>
              <a:rPr lang="en-US" dirty="0"/>
              <a:t>Typical Python workflow:</a:t>
            </a:r>
            <a:br>
              <a:rPr lang="en-US" dirty="0"/>
            </a:br>
            <a:r>
              <a:rPr lang="en-US" dirty="0"/>
              <a:t>Pandas/NumPy → Data preprocessing → Train/test split → Scikit-learn model → Training → Prediction → Evaluation.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93483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</TotalTime>
  <Words>1448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Tw Cen MT</vt:lpstr>
      <vt:lpstr>Tw Cen MT Condensed</vt:lpstr>
      <vt:lpstr>Wingdings 3</vt:lpstr>
      <vt:lpstr>Integral</vt:lpstr>
      <vt:lpstr>Common Python/AI/ML Interview Questions – Part 3 </vt:lpstr>
      <vt:lpstr>1. What is Machine Learning, and how is it different from traditional programming in Python? </vt:lpstr>
      <vt:lpstr>2. What are the different types of Machine Learning? Explain with Python-related examples</vt:lpstr>
      <vt:lpstr>3. What is the difference between Supervised and Unsupervised Learning in Python? </vt:lpstr>
      <vt:lpstr>4. Which Python libraries are commonly used in Machine Learning? Explain the role of each. </vt:lpstr>
      <vt:lpstr>5. What is NumPy and why is it important in Machine Learning? </vt:lpstr>
      <vt:lpstr>6. What is Pandas and how is it used for data preprocessing in Python? </vt:lpstr>
      <vt:lpstr>7. What is Scikit-learn and how do you use it to build a simple model? </vt:lpstr>
      <vt:lpstr>8. What is the difference between classification and regression? Give Python use cases. </vt:lpstr>
      <vt:lpstr>9. What is overfitting in Machine Learning, and how can it be handled in Python? </vt:lpstr>
      <vt:lpstr>10. Write the steps to build a basic Machine Learning model in Python.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MDFAIZAN ALI</dc:creator>
  <cp:lastModifiedBy>MDFAIZAN ALI</cp:lastModifiedBy>
  <cp:revision>1</cp:revision>
  <dcterms:created xsi:type="dcterms:W3CDTF">2026-09-28T06:05:43Z</dcterms:created>
  <dcterms:modified xsi:type="dcterms:W3CDTF">2026-09-28T06:08:44Z</dcterms:modified>
</cp:coreProperties>
</file>